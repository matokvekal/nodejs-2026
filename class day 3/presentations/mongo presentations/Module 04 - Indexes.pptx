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notesSlides/notesSlide8.xml" ContentType="application/vnd.openxmlformats-officedocument.presentationml.notesSlide+xml"/>
  <Override PartName="/ppt/slideLayouts/slideLayout17.xml" ContentType="application/vnd.openxmlformats-officedocument.presentationml.slideLayout+xml"/>
  <Override PartName="/ppt/slideLayouts/slideLayout15.xml" ContentType="application/vnd.openxmlformats-officedocument.presentationml.slideLayout+xml"/>
  <Override PartName="/ppt/notesSlides/notesSlide9.xml" ContentType="application/vnd.openxmlformats-officedocument.presentationml.notesSlid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1"/>
  </p:notesMasterIdLst>
  <p:sldIdLst>
    <p:sldId id="256" r:id="rId2"/>
    <p:sldId id="284" r:id="rId3"/>
    <p:sldId id="278" r:id="rId4"/>
    <p:sldId id="285" r:id="rId5"/>
    <p:sldId id="280" r:id="rId6"/>
    <p:sldId id="299" r:id="rId7"/>
    <p:sldId id="281" r:id="rId8"/>
    <p:sldId id="282" r:id="rId9"/>
    <p:sldId id="300" r:id="rId10"/>
  </p:sldIdLst>
  <p:sldSz cx="12192000" cy="6858000"/>
  <p:notesSz cx="6858000" cy="9144000"/>
  <p:embeddedFontLst>
    <p:embeddedFont>
      <p:font typeface="Segoe UI" panose="020B0502040204020203" pitchFamily="34" charset="0"/>
      <p:regular r:id="rId12"/>
      <p:bold r:id="rId13"/>
      <p:italic r:id="rId14"/>
      <p:boldItalic r:id="rId15"/>
    </p:embeddedFont>
    <p:embeddedFont>
      <p:font typeface="Quattrocento Sans" panose="020B0604020202020204" charset="0"/>
      <p:bold r:id="rId16"/>
      <p:italic r:id="rId17"/>
      <p:boldItalic r:id="rId18"/>
    </p:embeddedFont>
    <p:embeddedFont>
      <p:font typeface="Calibri" panose="020F0502020204030204" pitchFamily="34" charset="0"/>
      <p:regular r:id="rId19"/>
      <p:bold r:id="rId20"/>
      <p:italic r:id="rId21"/>
      <p:boldItalic r:id="rId22"/>
    </p:embeddedFont>
    <p:embeddedFont>
      <p:font typeface="Segoe Light" panose="020B0604020202020204" charset="0"/>
      <p:regular r:id="rId23"/>
      <p:italic r:id="rId24"/>
    </p:embeddedFont>
    <p:embeddedFont>
      <p:font typeface="Consolas" panose="020B0609020204030204" pitchFamily="49" charset="0"/>
      <p:regular r:id="rId25"/>
      <p:bold r:id="rId26"/>
      <p:italic r:id="rId27"/>
      <p:boldItalic r:id="rId28"/>
    </p:embeddedFont>
    <p:embeddedFont>
      <p:font typeface="Segoe" panose="020B060402020202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D3235AE6-15F8-46D2-A07B-7901452A5957}">
  <a:tblStyle styleId="{D3235AE6-15F8-46D2-A07B-7901452A595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med" len="med"/>
              <a:tailEnd type="none" w="med" len="med"/>
            </a:ln>
          </a:left>
          <a:right>
            <a:ln w="12700" cap="flat" cmpd="sng">
              <a:solidFill>
                <a:schemeClr val="lt1"/>
              </a:solidFill>
              <a:prstDash val="solid"/>
              <a:round/>
              <a:headEnd type="none" w="med" len="med"/>
              <a:tailEnd type="none" w="med" len="med"/>
            </a:ln>
          </a:right>
          <a:top>
            <a:ln w="12700" cap="flat" cmpd="sng">
              <a:solidFill>
                <a:schemeClr val="lt1"/>
              </a:solidFill>
              <a:prstDash val="solid"/>
              <a:round/>
              <a:headEnd type="none" w="med" len="med"/>
              <a:tailEnd type="none" w="med" len="med"/>
            </a:ln>
          </a:top>
          <a:bottom>
            <a:ln w="12700" cap="flat" cmpd="sng">
              <a:solidFill>
                <a:schemeClr val="lt1"/>
              </a:solidFill>
              <a:prstDash val="solid"/>
              <a:round/>
              <a:headEnd type="none" w="med" len="med"/>
              <a:tailEnd type="none" w="med" len="med"/>
            </a:ln>
          </a:bottom>
          <a:insideH>
            <a:ln w="12700" cap="flat" cmpd="sng">
              <a:solidFill>
                <a:schemeClr val="lt1"/>
              </a:solidFill>
              <a:prstDash val="solid"/>
              <a:round/>
              <a:headEnd type="none" w="med" len="med"/>
              <a:tailEnd type="none" w="med" len="med"/>
            </a:ln>
          </a:insideH>
          <a:insideV>
            <a:ln w="12700" cap="flat" cmpd="sng">
              <a:solidFill>
                <a:schemeClr val="lt1"/>
              </a:solidFill>
              <a:prstDash val="solid"/>
              <a:round/>
              <a:headEnd type="none" w="med" len="med"/>
              <a:tailEnd type="none" w="med" len="med"/>
            </a:ln>
          </a:insideV>
        </a:tcBdr>
        <a:fill>
          <a:solidFill>
            <a:srgbClr val="E8ECF4"/>
          </a:solidFill>
        </a:fill>
      </a:tcStyle>
    </a:wholeTbl>
    <a:band1H>
      <a:tcStyle>
        <a:tcBdr/>
        <a:fill>
          <a:solidFill>
            <a:srgbClr val="CFD7E7"/>
          </a:solidFill>
        </a:fill>
      </a:tcStyle>
    </a:band1H>
    <a:band1V>
      <a:tcStyle>
        <a:tcBdr/>
        <a:fill>
          <a:solidFill>
            <a:srgbClr val="CFD7E7"/>
          </a:solidFill>
        </a:fill>
      </a:tcStyle>
    </a:band1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med" len="med"/>
              <a:tailEnd type="none" w="med" len="med"/>
            </a:ln>
          </a:top>
        </a:tcBdr>
        <a:fill>
          <a:solidFill>
            <a:schemeClr val="accent1"/>
          </a:solidFill>
        </a:fill>
      </a:tcStyle>
    </a:lastRow>
    <a:firstRow>
      <a:tcTxStyle b="on" i="off">
        <a:font>
          <a:latin typeface="Calibri"/>
          <a:ea typeface="Calibri"/>
          <a:cs typeface="Calibri"/>
        </a:font>
        <a:schemeClr val="lt1"/>
      </a:tcTxStyle>
      <a:tcStyle>
        <a:tcBdr>
          <a:bottom>
            <a:ln w="38100" cap="flat" cmpd="sng">
              <a:solidFill>
                <a:schemeClr val="lt1"/>
              </a:solidFill>
              <a:prstDash val="solid"/>
              <a:round/>
              <a:headEnd type="none" w="med" len="med"/>
              <a:tailEnd type="none" w="med" len="med"/>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3422" autoAdjust="0"/>
  </p:normalViewPr>
  <p:slideViewPr>
    <p:cSldViewPr snapToGrid="0">
      <p:cViewPr varScale="1">
        <p:scale>
          <a:sx n="40" d="100"/>
          <a:sy n="40" d="100"/>
        </p:scale>
        <p:origin x="48" y="4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9" Type="http://schemas.openxmlformats.org/officeDocument/2006/relationships/customXml" Target="../customXml/item2.xml"/><Relationship Id="rId21" Type="http://schemas.openxmlformats.org/officeDocument/2006/relationships/font" Target="fonts/font10.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presProps" Target="presProps.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32" Type="http://schemas.openxmlformats.org/officeDocument/2006/relationships/font" Target="fonts/font21.fntdata"/><Relationship Id="rId37" Type="http://schemas.microsoft.com/office/2015/10/relationships/revisionInfo" Target="revisionInfo.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font" Target="fonts/font19.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8788"/>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8788"/>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400550"/>
            <a:ext cx="5486399" cy="3600450"/>
          </a:xfrm>
          <a:prstGeom prst="rect">
            <a:avLst/>
          </a:prstGeom>
          <a:noFill/>
          <a:ln>
            <a:noFill/>
          </a:ln>
        </p:spPr>
        <p:txBody>
          <a:bodyPr lIns="91425" tIns="91425" rIns="91425" bIns="91425" anchor="t" anchorCtr="0"/>
          <a:lstStyle>
            <a:lvl1pPr marL="0" marR="0" lvl="0" indent="0" algn="l" rtl="0">
              <a:spcBef>
                <a:spcPts val="0"/>
              </a:spcBef>
              <a:buChar char="●"/>
              <a:defRPr sz="1200" b="0" i="0" u="none" strike="noStrike" cap="none">
                <a:solidFill>
                  <a:schemeClr val="dk1"/>
                </a:solidFill>
                <a:latin typeface="Calibri"/>
                <a:ea typeface="Calibri"/>
                <a:cs typeface="Calibri"/>
                <a:sym typeface="Calibri"/>
              </a:defRPr>
            </a:lvl1pPr>
            <a:lvl2pPr marL="457200" marR="0" lvl="1" indent="0" algn="l" rtl="0">
              <a:spcBef>
                <a:spcPts val="0"/>
              </a:spcBef>
              <a:buChar char="○"/>
              <a:defRPr sz="1200" b="0" i="0" u="none" strike="noStrike" cap="none">
                <a:solidFill>
                  <a:schemeClr val="dk1"/>
                </a:solidFill>
                <a:latin typeface="Calibri"/>
                <a:ea typeface="Calibri"/>
                <a:cs typeface="Calibri"/>
                <a:sym typeface="Calibri"/>
              </a:defRPr>
            </a:lvl2pPr>
            <a:lvl3pPr marL="914400" marR="0" lvl="2" indent="0" algn="l" rtl="0">
              <a:spcBef>
                <a:spcPts val="0"/>
              </a:spcBef>
              <a:buChar char="■"/>
              <a:defRPr sz="1200" b="0" i="0" u="none" strike="noStrike" cap="none">
                <a:solidFill>
                  <a:schemeClr val="dk1"/>
                </a:solidFill>
                <a:latin typeface="Calibri"/>
                <a:ea typeface="Calibri"/>
                <a:cs typeface="Calibri"/>
                <a:sym typeface="Calibri"/>
              </a:defRPr>
            </a:lvl3pPr>
            <a:lvl4pPr marL="1371600" marR="0" lvl="3" indent="0" algn="l" rtl="0">
              <a:spcBef>
                <a:spcPts val="0"/>
              </a:spcBef>
              <a:buChar char="●"/>
              <a:defRPr sz="1200" b="0" i="0" u="none" strike="noStrike" cap="none">
                <a:solidFill>
                  <a:schemeClr val="dk1"/>
                </a:solidFill>
                <a:latin typeface="Calibri"/>
                <a:ea typeface="Calibri"/>
                <a:cs typeface="Calibri"/>
                <a:sym typeface="Calibri"/>
              </a:defRPr>
            </a:lvl4pPr>
            <a:lvl5pPr marL="1828800" marR="0" lvl="4" indent="0" algn="l" rtl="0">
              <a:spcBef>
                <a:spcPts val="0"/>
              </a:spcBef>
              <a:buChar char="○"/>
              <a:defRPr sz="1200" b="0" i="0" u="none" strike="noStrike" cap="none">
                <a:solidFill>
                  <a:schemeClr val="dk1"/>
                </a:solidFill>
                <a:latin typeface="Calibri"/>
                <a:ea typeface="Calibri"/>
                <a:cs typeface="Calibri"/>
                <a:sym typeface="Calibri"/>
              </a:defRPr>
            </a:lvl5pPr>
            <a:lvl6pPr marL="2286000" marR="0" lvl="5" indent="0" algn="l" rtl="0">
              <a:spcBef>
                <a:spcPts val="0"/>
              </a:spcBef>
              <a:buChar char="■"/>
              <a:defRPr sz="1200" b="0" i="0" u="none" strike="noStrike" cap="none">
                <a:solidFill>
                  <a:schemeClr val="dk1"/>
                </a:solidFill>
                <a:latin typeface="Calibri"/>
                <a:ea typeface="Calibri"/>
                <a:cs typeface="Calibri"/>
                <a:sym typeface="Calibri"/>
              </a:defRPr>
            </a:lvl6pPr>
            <a:lvl7pPr marL="2743200" marR="0" lvl="6" indent="0" algn="l" rtl="0">
              <a:spcBef>
                <a:spcPts val="0"/>
              </a:spcBef>
              <a:buChar char="●"/>
              <a:defRPr sz="1200" b="0" i="0" u="none" strike="noStrike" cap="none">
                <a:solidFill>
                  <a:schemeClr val="dk1"/>
                </a:solidFill>
                <a:latin typeface="Calibri"/>
                <a:ea typeface="Calibri"/>
                <a:cs typeface="Calibri"/>
                <a:sym typeface="Calibri"/>
              </a:defRPr>
            </a:lvl7pPr>
            <a:lvl8pPr marL="3200400" marR="0" lvl="7" indent="0" algn="l" rtl="0">
              <a:spcBef>
                <a:spcPts val="0"/>
              </a:spcBef>
              <a:buChar char="○"/>
              <a:defRPr sz="1200" b="0" i="0" u="none" strike="noStrike" cap="none">
                <a:solidFill>
                  <a:schemeClr val="dk1"/>
                </a:solidFill>
                <a:latin typeface="Calibri"/>
                <a:ea typeface="Calibri"/>
                <a:cs typeface="Calibri"/>
                <a:sym typeface="Calibri"/>
              </a:defRPr>
            </a:lvl8pPr>
            <a:lvl9pPr marL="3657600" marR="0" lvl="8" indent="0" algn="l" rtl="0">
              <a:spcBef>
                <a:spcPts val="0"/>
              </a:spcBef>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8786"/>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5506331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Shape 72"/>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73" name="Shape 73"/>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 Single field index illustration in MongoDB</a:t>
            </a:r>
          </a:p>
          <a:p>
            <a:pPr marL="0" marR="0" lvl="0" indent="0" algn="l" defTabSz="914400" rtl="0" eaLnBrk="1" fontAlgn="auto" latinLnBrk="0" hangingPunct="1">
              <a:lnSpc>
                <a:spcPct val="100000"/>
              </a:lnSpc>
              <a:spcBef>
                <a:spcPts val="0"/>
              </a:spcBef>
              <a:spcAft>
                <a:spcPts val="0"/>
              </a:spcAft>
              <a:buClrTx/>
              <a:buSzTx/>
              <a:buFontTx/>
              <a:buChar char="●"/>
              <a:tabLst/>
              <a:defRPr/>
            </a:pPr>
            <a:r>
              <a:rPr lang="en-US" dirty="0"/>
              <a:t> Saved in disk</a:t>
            </a:r>
          </a:p>
          <a:p>
            <a:pPr marL="0" marR="0" lvl="0" indent="0" algn="l" defTabSz="914400" rtl="0" eaLnBrk="1" fontAlgn="auto" latinLnBrk="0" hangingPunct="1">
              <a:lnSpc>
                <a:spcPct val="100000"/>
              </a:lnSpc>
              <a:spcBef>
                <a:spcPts val="0"/>
              </a:spcBef>
              <a:spcAft>
                <a:spcPts val="0"/>
              </a:spcAft>
              <a:buClrTx/>
              <a:buSzTx/>
              <a:buFontTx/>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Char char="●"/>
              <a:tabLst/>
              <a:defRPr/>
            </a:pPr>
            <a:r>
              <a:rPr lang="en-US" b="0" i="1" dirty="0"/>
              <a:t> Q1: What are the cont. of indexes?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1962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indent="-171450"/>
            <a:r>
              <a:rPr lang="en-US" dirty="0"/>
              <a:t>It stores the values of one or more fields, </a:t>
            </a:r>
            <a:r>
              <a:rPr lang="en-US" b="1" dirty="0"/>
              <a:t>ordered by descending or ascending(configured by the user)</a:t>
            </a:r>
            <a:endParaRPr lang="en-US" b="0" dirty="0"/>
          </a:p>
          <a:p>
            <a:pPr marL="171450" indent="-171450"/>
            <a:r>
              <a:rPr lang="en-US" b="0" dirty="0"/>
              <a:t>This ordering supports efficient traverse for equality and range based queries. In Addition, sorted queries can be performed on the index, eliminate the need to sort the whole result-set</a:t>
            </a:r>
          </a:p>
          <a:p>
            <a:pPr marL="171450" indent="-171450"/>
            <a:endParaRPr lang="en-US" b="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i="1" dirty="0"/>
              <a:t>Q2: When we need to insert a lot of data, what approach is better? Create the index first, and than insert the data? Or maybe the opposite?</a:t>
            </a:r>
            <a:r>
              <a:rPr lang="en-US" dirty="0"/>
              <a:t> </a:t>
            </a:r>
          </a:p>
          <a:p>
            <a:pPr marL="171450" indent="-171450"/>
            <a:endParaRPr lang="en-US" b="0" dirty="0"/>
          </a:p>
          <a:p>
            <a:pPr marL="171450" indent="-171450"/>
            <a:endParaRPr lang="en-US" b="0" dirty="0"/>
          </a:p>
          <a:p>
            <a:pPr>
              <a:buNone/>
            </a:pP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30067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 Some common </a:t>
            </a:r>
            <a:r>
              <a:rPr lang="en-US" b="1" dirty="0"/>
              <a:t>options</a:t>
            </a:r>
            <a:r>
              <a:rPr lang="en-US" dirty="0"/>
              <a:t>:</a:t>
            </a:r>
          </a:p>
          <a:p>
            <a:pPr lvl="1"/>
            <a:r>
              <a:rPr lang="en-US" dirty="0"/>
              <a:t> background(boolean) – the index should be created in the background. Use this option when the collection stores </a:t>
            </a:r>
            <a:r>
              <a:rPr lang="en-US" b="0" dirty="0"/>
              <a:t>a lot of data</a:t>
            </a:r>
            <a:r>
              <a:rPr lang="en-US" dirty="0"/>
              <a:t>, and the app need to be able to access it, while building the index</a:t>
            </a:r>
          </a:p>
          <a:p>
            <a:pPr lvl="1"/>
            <a:r>
              <a:rPr lang="en-US" dirty="0"/>
              <a:t> name – the name of the index. If not set, a custom name generated</a:t>
            </a:r>
          </a:p>
          <a:p>
            <a:pPr lvl="1"/>
            <a:r>
              <a:rPr lang="en-US" dirty="0"/>
              <a:t> unique(boolean) – create a unique constraint on the index </a:t>
            </a:r>
          </a:p>
          <a:p>
            <a:r>
              <a:rPr lang="en-US" dirty="0"/>
              <a:t> SON – a BSON type for ordered data structure, because python dictionary isn’t ordered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2812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 Single field index – for sort operation the ordering of the index is not relevant, because mongo can traverse it in either direction</a:t>
            </a:r>
          </a:p>
          <a:p>
            <a:r>
              <a:rPr lang="en-US" dirty="0"/>
              <a:t> _id field – acts as primary key for each collection. If the user omits the _id field while inserting a doc, the Driver will create it for him.</a:t>
            </a:r>
          </a:p>
          <a:p>
            <a:pPr>
              <a:buNone/>
            </a:pPr>
            <a:r>
              <a:rPr lang="en-US" dirty="0"/>
              <a:t> The default type of the _id called ObjectId(small, fast to generate, likely-unique and ordered)</a:t>
            </a:r>
          </a:p>
          <a:p>
            <a:pPr>
              <a:buNone/>
            </a:pPr>
            <a:r>
              <a:rPr lang="en-US" dirty="0"/>
              <a:t> You can choose any BSON type except array, it must be unique inside the collection, and it automatically indexed</a:t>
            </a:r>
          </a:p>
          <a:p>
            <a:pPr marL="171450" indent="-171450"/>
            <a:r>
              <a:rPr lang="en-US" dirty="0"/>
              <a:t>Compound index – the syntax is the same as single field, </a:t>
            </a:r>
            <a:r>
              <a:rPr lang="en-US" b="1" dirty="0"/>
              <a:t>except</a:t>
            </a:r>
            <a:r>
              <a:rPr lang="en-US" dirty="0"/>
              <a:t> that you can add more fields(up to 31)</a:t>
            </a:r>
          </a:p>
          <a:p>
            <a:pPr marL="0" indent="0">
              <a:buNone/>
            </a:pPr>
            <a:r>
              <a:rPr lang="en-US" dirty="0"/>
              <a:t> sort is matter. E.g. an index key pattern {x: 1, y: 1} cannot support sort on {y: 1, x: 1} </a:t>
            </a:r>
          </a:p>
          <a:p>
            <a:pPr marL="171450" indent="-171450"/>
            <a:r>
              <a:rPr lang="en-US" dirty="0"/>
              <a:t>Multikey index – mongo automatically creates a multikey index when you will specify an array field</a:t>
            </a:r>
          </a:p>
          <a:p>
            <a:pPr marL="171450" indent="-171450"/>
            <a:r>
              <a:rPr lang="en-US" dirty="0"/>
              <a:t>Index Types – There are more types:</a:t>
            </a:r>
          </a:p>
          <a:p>
            <a:pPr marL="628650" lvl="1" indent="-171450"/>
            <a:r>
              <a:rPr lang="en-US" dirty="0"/>
              <a:t>Text – for text search queries on string content</a:t>
            </a:r>
          </a:p>
          <a:p>
            <a:pPr marL="628650" lvl="1" indent="-171450"/>
            <a:r>
              <a:rPr lang="en-US" dirty="0"/>
              <a:t>2dsphere – for geospatial queries(inclusion, intersection and proximity)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66619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 Partial V – it will the index for the name, and through all of them for the gender index</a:t>
            </a:r>
          </a:p>
          <a:p>
            <a:r>
              <a:rPr lang="en-US" dirty="0"/>
              <a:t> Multikey example: </a:t>
            </a:r>
          </a:p>
          <a:p>
            <a:pPr lvl="1"/>
            <a:r>
              <a:rPr lang="en-US" dirty="0"/>
              <a:t> First example -  the index will contains all the </a:t>
            </a:r>
            <a:r>
              <a:rPr lang="en-US" b="1" dirty="0"/>
              <a:t>array values of the writers docs(in the specified order)</a:t>
            </a:r>
            <a:r>
              <a:rPr lang="en-US" dirty="0"/>
              <a:t> in this collection</a:t>
            </a:r>
          </a:p>
          <a:p>
            <a:pPr lvl="1"/>
            <a:r>
              <a:rPr lang="en-US" dirty="0"/>
              <a:t> Second example – the index will contains </a:t>
            </a:r>
            <a:r>
              <a:rPr lang="en-US" b="1" dirty="0"/>
              <a:t>all the pairs of the director field with the array value</a:t>
            </a:r>
            <a:r>
              <a:rPr lang="en-US" dirty="0"/>
              <a:t> in the specified order, </a:t>
            </a:r>
            <a:r>
              <a:rPr lang="en-US" dirty="0" err="1"/>
              <a:t>e.g</a:t>
            </a:r>
            <a:r>
              <a:rPr lang="en-US" dirty="0"/>
              <a:t>: [(</a:t>
            </a:r>
            <a:r>
              <a:rPr lang="en-US" sz="1200" b="0" i="0" u="none" strike="noStrike" kern="1200" cap="none" dirty="0">
                <a:solidFill>
                  <a:schemeClr val="dk1"/>
                </a:solidFill>
                <a:effectLst/>
                <a:latin typeface="Calibri"/>
                <a:ea typeface="Calibri"/>
                <a:cs typeface="Calibri"/>
                <a:sym typeface="Calibri"/>
              </a:rPr>
              <a:t>"Pierre Morel“, "Adi </a:t>
            </a:r>
            <a:r>
              <a:rPr lang="en-US" sz="1200" b="0" i="0" u="none" strike="noStrike" kern="1200" cap="none" dirty="0" err="1">
                <a:solidFill>
                  <a:schemeClr val="dk1"/>
                </a:solidFill>
                <a:effectLst/>
                <a:latin typeface="Calibri"/>
                <a:ea typeface="Calibri"/>
                <a:cs typeface="Calibri"/>
                <a:sym typeface="Calibri"/>
              </a:rPr>
              <a:t>Hasak</a:t>
            </a:r>
            <a:r>
              <a:rPr lang="en-US" sz="1200" b="0" i="0" u="none" strike="noStrike" kern="1200" cap="none" dirty="0">
                <a:solidFill>
                  <a:schemeClr val="dk1"/>
                </a:solidFill>
                <a:effectLst/>
                <a:latin typeface="Calibri"/>
                <a:ea typeface="Calibri"/>
                <a:cs typeface="Calibri"/>
                <a:sym typeface="Calibri"/>
              </a:rPr>
              <a:t>“</a:t>
            </a:r>
            <a:r>
              <a:rPr lang="en-US" dirty="0"/>
              <a:t>), (</a:t>
            </a:r>
            <a:r>
              <a:rPr lang="en-US" sz="1200" b="0" i="0" u="none" strike="noStrike" kern="1200" cap="none" dirty="0">
                <a:solidFill>
                  <a:schemeClr val="dk1"/>
                </a:solidFill>
                <a:effectLst/>
                <a:latin typeface="Calibri"/>
                <a:ea typeface="Calibri"/>
                <a:cs typeface="Calibri"/>
                <a:sym typeface="Calibri"/>
              </a:rPr>
              <a:t>"Pierre Morel“, “Luc Besson“)]</a:t>
            </a:r>
          </a:p>
          <a:p>
            <a:pPr lvl="1"/>
            <a:r>
              <a:rPr lang="en-US" sz="1200" b="0" i="0" u="none" strike="noStrike" kern="1200" cap="none" dirty="0">
                <a:solidFill>
                  <a:schemeClr val="dk1"/>
                </a:solidFill>
                <a:effectLst/>
                <a:latin typeface="Calibri"/>
                <a:cs typeface="Calibri"/>
                <a:sym typeface="Calibri"/>
              </a:rPr>
              <a:t> Third example – the reason why it will raise an exception(</a:t>
            </a:r>
            <a:r>
              <a:rPr lang="en-US" sz="1200" b="0" i="1" u="none" strike="noStrike" kern="1200" cap="none" dirty="0">
                <a:solidFill>
                  <a:schemeClr val="dk1"/>
                </a:solidFill>
                <a:effectLst/>
                <a:latin typeface="Calibri"/>
                <a:cs typeface="Calibri"/>
                <a:sym typeface="Calibri"/>
              </a:rPr>
              <a:t>"CannotIndexParallelArrays"</a:t>
            </a:r>
            <a:r>
              <a:rPr lang="en-US" sz="1200" b="0" i="0" u="none" strike="noStrike" kern="1200" cap="none" dirty="0">
                <a:solidFill>
                  <a:schemeClr val="dk1"/>
                </a:solidFill>
                <a:effectLst/>
                <a:latin typeface="Calibri"/>
                <a:cs typeface="Calibri"/>
                <a:sym typeface="Calibri"/>
              </a:rPr>
              <a:t>) is that otherwise, Mongo need to create the cartesian product of the array values and that heavy operation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950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 TTL indexes – managed by a separate mongo thread that runs in the background, and delete the expired docs each 1 minute</a:t>
            </a:r>
          </a:p>
          <a:p>
            <a:r>
              <a:rPr lang="en-US" dirty="0"/>
              <a:t> If the field is an </a:t>
            </a:r>
            <a:r>
              <a:rPr lang="en-US" b="1" dirty="0"/>
              <a:t>array of dates</a:t>
            </a:r>
            <a:r>
              <a:rPr lang="en-US" dirty="0"/>
              <a:t>, it will use the </a:t>
            </a:r>
            <a:r>
              <a:rPr lang="en-US" b="1" dirty="0"/>
              <a:t>earliest(lowest) value </a:t>
            </a:r>
            <a:r>
              <a:rPr lang="en-US" b="0" dirty="0"/>
              <a:t>in the array</a:t>
            </a:r>
          </a:p>
          <a:p>
            <a:r>
              <a:rPr lang="en-US" b="0" dirty="0"/>
              <a:t> For specific </a:t>
            </a:r>
            <a:r>
              <a:rPr lang="en-US" b="1" dirty="0"/>
              <a:t>clock time expiration</a:t>
            </a:r>
            <a:r>
              <a:rPr lang="en-US" b="0" dirty="0"/>
              <a:t>, just put </a:t>
            </a:r>
            <a:r>
              <a:rPr lang="en-US" i="1" dirty="0"/>
              <a:t>expireAfterSeconds: 0 , </a:t>
            </a:r>
            <a:r>
              <a:rPr lang="en-US" i="0" dirty="0"/>
              <a:t>and in the date filed put the expired datetime you want</a:t>
            </a:r>
          </a:p>
          <a:p>
            <a:r>
              <a:rPr lang="en-US" b="0" i="0" dirty="0"/>
              <a:t> Supports only on the single field index</a:t>
            </a:r>
            <a:endParaRPr lang="en-US" b="0" i="1"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3717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Unique index :  </a:t>
            </a:r>
          </a:p>
          <a:p>
            <a:pPr lvl="1"/>
            <a:r>
              <a:rPr lang="en-US" dirty="0"/>
              <a:t> The _id field has a unique index by default</a:t>
            </a:r>
          </a:p>
          <a:p>
            <a:pPr lvl="1"/>
            <a:r>
              <a:rPr lang="en-US" dirty="0"/>
              <a:t> For compound and multikey indexes, the unique will preserve for the combination of the index key values</a:t>
            </a:r>
          </a:p>
          <a:p>
            <a:pPr lvl="1"/>
            <a:r>
              <a:rPr lang="en-US" dirty="0"/>
              <a:t> If the field does not exist in the doc when inserted, the unique index will generate null value for the key. Mongo will permit only one doc that lacks the indexed field</a:t>
            </a:r>
          </a:p>
          <a:p>
            <a:pPr lvl="0"/>
            <a:r>
              <a:rPr lang="en-US" dirty="0"/>
              <a:t>Partial index:</a:t>
            </a:r>
          </a:p>
          <a:p>
            <a:pPr lvl="1"/>
            <a:r>
              <a:rPr lang="en-US" dirty="0"/>
              <a:t> Allowed operators: $</a:t>
            </a:r>
            <a:r>
              <a:rPr lang="en-US" dirty="0" err="1"/>
              <a:t>eq</a:t>
            </a:r>
            <a:r>
              <a:rPr lang="en-US" dirty="0"/>
              <a:t>, $exists, $</a:t>
            </a:r>
            <a:r>
              <a:rPr lang="en-US" dirty="0" err="1"/>
              <a:t>gt</a:t>
            </a:r>
            <a:r>
              <a:rPr lang="en-US" dirty="0"/>
              <a:t>, $gte, $</a:t>
            </a:r>
            <a:r>
              <a:rPr lang="en-US" dirty="0" err="1"/>
              <a:t>lt</a:t>
            </a:r>
            <a:r>
              <a:rPr lang="en-US" dirty="0"/>
              <a:t>, $</a:t>
            </a:r>
            <a:r>
              <a:rPr lang="en-US" dirty="0" err="1"/>
              <a:t>lte</a:t>
            </a:r>
            <a:r>
              <a:rPr lang="en-US" dirty="0"/>
              <a:t>, $type, $and(top level only)</a:t>
            </a:r>
          </a:p>
          <a:p>
            <a:pPr lvl="1"/>
            <a:r>
              <a:rPr lang="en-US" dirty="0"/>
              <a:t> More efficient – the operations of create index and rebuild index, will be less heavy, because the storage requirement is lower</a:t>
            </a:r>
          </a:p>
          <a:p>
            <a:pPr lvl="0"/>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29225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 Partial index – the first query can use the index because </a:t>
            </a:r>
            <a:r>
              <a:rPr lang="en-US" b="0" dirty="0"/>
              <a:t>rating greater than 8</a:t>
            </a:r>
            <a:r>
              <a:rPr lang="en-US" b="1" dirty="0"/>
              <a:t> matches a subset of docs matched by the index filter(greater than 3), </a:t>
            </a:r>
          </a:p>
          <a:p>
            <a:pPr>
              <a:buNone/>
            </a:pPr>
            <a:r>
              <a:rPr lang="en-US" b="0" dirty="0"/>
              <a:t>While the second query </a:t>
            </a:r>
            <a:r>
              <a:rPr lang="en-US" b="1" dirty="0"/>
              <a:t>matches more docs than are indexed(for example, rating equal to 1)</a:t>
            </a:r>
            <a:r>
              <a:rPr lang="en-US" b="0" dirty="0"/>
              <a:t>, thus cannot use the index</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181414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4049" y="1340768"/>
            <a:ext cx="9850763" cy="1085850"/>
          </a:xfrm>
        </p:spPr>
        <p:txBody>
          <a:bodyPr vert="horz" lIns="0" tIns="45720" rIns="91440" bIns="45720" rtlCol="0" anchor="t" anchorCtr="0">
            <a:normAutofit/>
          </a:bodyPr>
          <a:lstStyle>
            <a:lvl1pPr>
              <a:defRPr lang="en-US" sz="3200" dirty="0">
                <a:ln w="3175">
                  <a:noFill/>
                </a:ln>
              </a:defRPr>
            </a:lvl1pPr>
          </a:lstStyle>
          <a:p>
            <a:pPr lvl="0"/>
            <a:r>
              <a:rPr lang="en-US"/>
              <a:t>Click to edit Master title style</a:t>
            </a:r>
            <a:endParaRPr lang="en-US" dirty="0"/>
          </a:p>
        </p:txBody>
      </p:sp>
      <p:sp>
        <p:nvSpPr>
          <p:cNvPr id="11" name="TextBox 10"/>
          <p:cNvSpPr txBox="1"/>
          <p:nvPr/>
        </p:nvSpPr>
        <p:spPr>
          <a:xfrm>
            <a:off x="774050" y="6362070"/>
            <a:ext cx="10506527" cy="261610"/>
          </a:xfrm>
          <a:prstGeom prst="rect">
            <a:avLst/>
          </a:prstGeom>
          <a:noFill/>
        </p:spPr>
        <p:txBody>
          <a:bodyPr wrap="square" lIns="0" rtlCol="0">
            <a:spAutoFit/>
          </a:bodyPr>
          <a:lstStyle/>
          <a:p>
            <a:pPr algn="l"/>
            <a:r>
              <a:rPr lang="en-US" sz="1100" kern="1200" dirty="0">
                <a:solidFill>
                  <a:schemeClr val="tx1">
                    <a:lumMod val="85000"/>
                    <a:lumOff val="15000"/>
                  </a:schemeClr>
                </a:solidFill>
                <a:latin typeface="Segoe" panose="020B0502040504020203" pitchFamily="34" charset="0"/>
                <a:ea typeface="+mn-ea"/>
                <a:cs typeface="+mn-cs"/>
              </a:rPr>
              <a:t>Copyright © SELA Software &amp; Education Labs, Ltd. | 14-18 Baruch Hirsch St., </a:t>
            </a:r>
            <a:r>
              <a:rPr lang="en-US" sz="1100" kern="1200" dirty="0" err="1">
                <a:solidFill>
                  <a:schemeClr val="tx1">
                    <a:lumMod val="85000"/>
                    <a:lumOff val="15000"/>
                  </a:schemeClr>
                </a:solidFill>
                <a:latin typeface="Segoe" panose="020B0502040504020203" pitchFamily="34" charset="0"/>
                <a:ea typeface="+mn-ea"/>
                <a:cs typeface="+mn-cs"/>
              </a:rPr>
              <a:t>Bnei</a:t>
            </a:r>
            <a:r>
              <a:rPr lang="en-US" sz="1100" kern="1200" dirty="0">
                <a:solidFill>
                  <a:schemeClr val="tx1">
                    <a:lumMod val="85000"/>
                    <a:lumOff val="15000"/>
                  </a:schemeClr>
                </a:solidFill>
                <a:latin typeface="Segoe" panose="020B0502040504020203" pitchFamily="34" charset="0"/>
                <a:ea typeface="+mn-ea"/>
                <a:cs typeface="+mn-cs"/>
              </a:rPr>
              <a:t> </a:t>
            </a:r>
            <a:r>
              <a:rPr lang="en-US" sz="1100" kern="1200" dirty="0" err="1">
                <a:solidFill>
                  <a:schemeClr val="tx1">
                    <a:lumMod val="85000"/>
                    <a:lumOff val="15000"/>
                  </a:schemeClr>
                </a:solidFill>
                <a:latin typeface="Segoe" panose="020B0502040504020203" pitchFamily="34" charset="0"/>
                <a:ea typeface="+mn-ea"/>
                <a:cs typeface="+mn-cs"/>
              </a:rPr>
              <a:t>Brak</a:t>
            </a:r>
            <a:r>
              <a:rPr lang="en-US" sz="1100" kern="1200">
                <a:solidFill>
                  <a:schemeClr val="tx1">
                    <a:lumMod val="85000"/>
                    <a:lumOff val="15000"/>
                  </a:schemeClr>
                </a:solidFill>
                <a:latin typeface="Segoe" panose="020B0502040504020203" pitchFamily="34" charset="0"/>
                <a:ea typeface="+mn-ea"/>
                <a:cs typeface="+mn-cs"/>
              </a:rPr>
              <a:t> 51202, Israel | www.selagroup.com</a:t>
            </a:r>
            <a:endParaRPr lang="en-US" sz="800" dirty="0">
              <a:solidFill>
                <a:schemeClr val="tx1">
                  <a:lumMod val="85000"/>
                  <a:lumOff val="15000"/>
                </a:schemeClr>
              </a:solidFill>
              <a:latin typeface="Segoe" panose="020B0502040504020203" pitchFamily="34" charset="0"/>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050" y="534798"/>
            <a:ext cx="3509932" cy="483907"/>
          </a:xfrm>
          <a:prstGeom prst="rect">
            <a:avLst/>
          </a:prstGeom>
        </p:spPr>
      </p:pic>
      <p:sp>
        <p:nvSpPr>
          <p:cNvPr id="7" name="Text Placeholder 6"/>
          <p:cNvSpPr>
            <a:spLocks noGrp="1"/>
          </p:cNvSpPr>
          <p:nvPr>
            <p:ph type="body" sz="quarter" idx="10"/>
          </p:nvPr>
        </p:nvSpPr>
        <p:spPr>
          <a:xfrm>
            <a:off x="774701" y="2427289"/>
            <a:ext cx="9850967" cy="1362075"/>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Tx/>
              <a:buNone/>
              <a:tabLst/>
              <a:defRPr>
                <a:solidFill>
                  <a:srgbClr val="E89636"/>
                </a:solidFill>
              </a:defRPr>
            </a:lvl1pPr>
            <a:lvl2pPr marL="457200" indent="0" algn="l" rtl="0">
              <a:buFontTx/>
              <a:buNone/>
              <a:defRPr/>
            </a:lvl2pPr>
            <a:lvl3pPr marL="914400" indent="0" algn="l" rtl="0">
              <a:buFontTx/>
              <a:buNone/>
              <a:defRPr/>
            </a:lvl3pPr>
            <a:lvl4pPr marL="1371600" indent="0" algn="l" rtl="0">
              <a:buFontTx/>
              <a:buNone/>
              <a:defRPr/>
            </a:lvl4pPr>
            <a:lvl5pPr marL="1828800" indent="0" algn="l" rtl="0">
              <a:buFontTx/>
              <a:buNone/>
              <a:defRPr/>
            </a:lvl5pPr>
          </a:lstStyle>
          <a:p>
            <a:pPr lvl="0"/>
            <a:r>
              <a:rPr lang="en-US"/>
              <a:t>Edit Master text styles</a:t>
            </a:r>
          </a:p>
        </p:txBody>
      </p:sp>
    </p:spTree>
    <p:extLst>
      <p:ext uri="{BB962C8B-B14F-4D97-AF65-F5344CB8AC3E}">
        <p14:creationId xmlns:p14="http://schemas.microsoft.com/office/powerpoint/2010/main" val="344631887"/>
      </p:ext>
    </p:extLst>
  </p:cSld>
  <p:clrMapOvr>
    <a:masterClrMapping/>
  </p:clrMapOvr>
  <p:hf sldNum="0" hdr="0" ftr="0" dt="0"/>
  <p:extLst mod="1">
    <p:ext uri="{DCECCB84-F9BA-43D5-87BE-67443E8EF086}">
      <p15:sldGuideLst xmlns:p15="http://schemas.microsoft.com/office/powerpoint/2012/main">
        <p15:guide id="1" orient="horz" pos="789">
          <p15:clr>
            <a:srgbClr val="FBAE40"/>
          </p15:clr>
        </p15:guide>
        <p15:guide id="2" pos="61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mpty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2629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ypical page">
    <p:spTree>
      <p:nvGrpSpPr>
        <p:cNvPr id="1" name=""/>
        <p:cNvGrpSpPr/>
        <p:nvPr/>
      </p:nvGrpSpPr>
      <p:grpSpPr>
        <a:xfrm>
          <a:off x="0" y="0"/>
          <a:ext cx="0" cy="0"/>
          <a:chOff x="0" y="0"/>
          <a:chExt cx="0" cy="0"/>
        </a:xfrm>
      </p:grpSpPr>
      <p:sp>
        <p:nvSpPr>
          <p:cNvPr id="2" name="Title 1"/>
          <p:cNvSpPr>
            <a:spLocks noGrp="1"/>
          </p:cNvSpPr>
          <p:nvPr>
            <p:ph type="title"/>
          </p:nvPr>
        </p:nvSpPr>
        <p:spPr>
          <a:xfrm>
            <a:off x="815413" y="548680"/>
            <a:ext cx="10657184" cy="720000"/>
          </a:xfrm>
        </p:spPr>
        <p:txBody>
          <a:bodyPr vert="horz" lIns="0" tIns="0" rIns="91440" bIns="45720" rtlCol="0" anchor="b" anchorCtr="0">
            <a:normAutofit/>
          </a:bodyPr>
          <a:lstStyle>
            <a:lvl1pPr>
              <a:defRPr lang="en-US" dirty="0"/>
            </a:lvl1pPr>
          </a:lstStyle>
          <a:p>
            <a:pPr lvl="0"/>
            <a:r>
              <a:rPr lang="en-US"/>
              <a:t>Click to edit Master title style</a:t>
            </a:r>
            <a:endParaRPr lang="en-US" dirty="0"/>
          </a:p>
        </p:txBody>
      </p:sp>
      <p:sp>
        <p:nvSpPr>
          <p:cNvPr id="3" name="Content Placeholder 2"/>
          <p:cNvSpPr>
            <a:spLocks noGrp="1"/>
          </p:cNvSpPr>
          <p:nvPr>
            <p:ph idx="1"/>
          </p:nvPr>
        </p:nvSpPr>
        <p:spPr>
          <a:xfrm>
            <a:off x="815413" y="1492161"/>
            <a:ext cx="10657184" cy="4648200"/>
          </a:xfrm>
          <a:prstGeom prst="rect">
            <a:avLst/>
          </a:prstGeom>
        </p:spPr>
        <p:txBody>
          <a:bodyPr lIns="0">
            <a:normAutofit/>
          </a:bodyPr>
          <a:lstStyle>
            <a:lvl1pPr marL="342900" indent="-342900" algn="l" rtl="0">
              <a:buFontTx/>
              <a:buBlip>
                <a:blip r:embed="rId2"/>
              </a:buBlip>
              <a:defRPr>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marL="1143000" indent="-228600" algn="l" rtl="0">
              <a:buFontTx/>
              <a:buBlip>
                <a:blip r:embed="rId2"/>
              </a:buBlip>
              <a:defRPr>
                <a:latin typeface="Segoe" panose="020B0502040504020203" pitchFamily="34" charset="0"/>
              </a:defRPr>
            </a:lvl3pPr>
            <a:lvl4pPr marL="1600200" indent="-228600" algn="l" rtl="0">
              <a:buFontTx/>
              <a:buBlip>
                <a:blip r:embed="rId2"/>
              </a:buBlip>
              <a:defRPr>
                <a:latin typeface="Segoe" panose="020B0502040504020203" pitchFamily="34" charset="0"/>
              </a:defRPr>
            </a:lvl4pPr>
            <a:lvl5pPr marL="2057400" indent="-228600" algn="l" rtl="0">
              <a:buFontTx/>
              <a:buBlip>
                <a:blip r:embed="rId2"/>
              </a:buBlip>
              <a:defRPr>
                <a:latin typeface="Segoe" panose="020B0502040504020203" pitchFamily="34" charset="0"/>
              </a:defRPr>
            </a:lvl5pPr>
          </a:lstStyle>
          <a:p>
            <a:pPr lvl="0"/>
            <a:r>
              <a:rPr lang="en-US"/>
              <a:t>Edit Master text styles</a:t>
            </a:r>
          </a:p>
        </p:txBody>
      </p:sp>
    </p:spTree>
    <p:extLst>
      <p:ext uri="{BB962C8B-B14F-4D97-AF65-F5344CB8AC3E}">
        <p14:creationId xmlns:p14="http://schemas.microsoft.com/office/powerpoint/2010/main" val="530121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age">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2117" y="1124745"/>
            <a:ext cx="5510328" cy="4443617"/>
          </a:xfrm>
          <a:prstGeom prst="rect">
            <a:avLst/>
          </a:prstGeom>
          <a:effectLst>
            <a:outerShdw blurRad="50800" dist="12700" dir="2220000" sx="102000" sy="102000" algn="ctr" rotWithShape="0">
              <a:srgbClr val="000000">
                <a:alpha val="35000"/>
              </a:srgbClr>
            </a:outerShdw>
            <a:softEdge rad="0"/>
          </a:effectLst>
        </p:spPr>
      </p:pic>
      <p:sp>
        <p:nvSpPr>
          <p:cNvPr id="13" name="TextBox 12"/>
          <p:cNvSpPr txBox="1"/>
          <p:nvPr/>
        </p:nvSpPr>
        <p:spPr>
          <a:xfrm>
            <a:off x="1967541" y="2492896"/>
            <a:ext cx="3470822"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Demo</a:t>
            </a:r>
          </a:p>
        </p:txBody>
      </p:sp>
    </p:spTree>
    <p:extLst>
      <p:ext uri="{BB962C8B-B14F-4D97-AF65-F5344CB8AC3E}">
        <p14:creationId xmlns:p14="http://schemas.microsoft.com/office/powerpoint/2010/main" val="313690200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14:presetBounceEnd="42000">
                                      <p:stCondLst>
                                        <p:cond delay="500"/>
                                      </p:stCondLst>
                                      <p:childTnLst>
                                        <p:animMotion origin="layout" path="M 0.57482 2.59259E-6 L 4.72222E-6 2.59259E-6 " pathEditMode="relative" rAng="0" ptsTypes="AA" p14:bounceEnd="42000">
                                          <p:cBhvr>
                                            <p:cTn id="13" dur="1100" fill="hold"/>
                                            <p:tgtEl>
                                              <p:spTgt spid="13"/>
                                            </p:tgtEl>
                                            <p:attrNameLst>
                                              <p:attrName>ppt_x</p:attrName>
                                              <p:attrName>ppt_y</p:attrName>
                                            </p:attrNameLst>
                                          </p:cBhvr>
                                          <p:rCtr x="-287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stCondLst>
                                        <p:cond delay="500"/>
                                      </p:stCondLst>
                                      <p:childTnLst>
                                        <p:animMotion origin="layout" path="M 0.57482 2.59259E-6 L 4.72222E-6 2.59259E-6 " pathEditMode="relative" rAng="0" ptsTypes="AA">
                                          <p:cBhvr>
                                            <p:cTn id="13" dur="1100" fill="hold"/>
                                            <p:tgtEl>
                                              <p:spTgt spid="13"/>
                                            </p:tgtEl>
                                            <p:attrNameLst>
                                              <p:attrName>ppt_x</p:attrName>
                                              <p:attrName>ppt_y</p:attrName>
                                            </p:attrNameLst>
                                          </p:cBhvr>
                                          <p:rCtr x="-2875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6214" y="2420889"/>
            <a:ext cx="4934263" cy="2132707"/>
          </a:xfrm>
          <a:prstGeom prst="rect">
            <a:avLst/>
          </a:prstGeom>
          <a:effectLst>
            <a:outerShdw blurRad="50800" dist="12700" dir="2220000" sx="102000" sy="102000" algn="ctr" rotWithShape="0">
              <a:srgbClr val="000000">
                <a:alpha val="35000"/>
              </a:srgbClr>
            </a:outerShdw>
            <a:softEdge rad="0"/>
          </a:effectLst>
        </p:spPr>
      </p:pic>
      <p:sp>
        <p:nvSpPr>
          <p:cNvPr id="12" name="TextBox 11"/>
          <p:cNvSpPr txBox="1"/>
          <p:nvPr/>
        </p:nvSpPr>
        <p:spPr>
          <a:xfrm>
            <a:off x="1967542" y="2492896"/>
            <a:ext cx="2125903"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Lab</a:t>
            </a:r>
          </a:p>
        </p:txBody>
      </p:sp>
      <p:sp>
        <p:nvSpPr>
          <p:cNvPr id="5"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35484174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400"/>
                                            <p:tgtEl>
                                              <p:spTgt spid="12"/>
                                            </p:tgtEl>
                                          </p:cBhvr>
                                        </p:animEffect>
                                      </p:childTnLst>
                                    </p:cTn>
                                  </p:par>
                                  <p:par>
                                    <p:cTn id="12" presetID="35" presetClass="path" presetSubtype="0" fill="hold" grpId="1" nodeType="withEffect" p14:presetBounceEnd="42000">
                                      <p:stCondLst>
                                        <p:cond delay="500"/>
                                      </p:stCondLst>
                                      <p:childTnLst>
                                        <p:animMotion origin="layout" path="M 0.45399 2.59259E-6 L 2.77778E-7 2.59259E-6 " pathEditMode="relative" rAng="0" ptsTypes="AA" p14:bounceEnd="42000">
                                          <p:cBhvr>
                                            <p:cTn id="13" dur="1100" fill="hold"/>
                                            <p:tgtEl>
                                              <p:spTgt spid="12"/>
                                            </p:tgtEl>
                                            <p:attrNameLst>
                                              <p:attrName>ppt_x</p:attrName>
                                              <p:attrName>ppt_y</p:attrName>
                                            </p:attrNameLst>
                                          </p:cBhvr>
                                          <p:rCtr x="-2270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400"/>
                                            <p:tgtEl>
                                              <p:spTgt spid="12"/>
                                            </p:tgtEl>
                                          </p:cBhvr>
                                        </p:animEffect>
                                      </p:childTnLst>
                                    </p:cTn>
                                  </p:par>
                                  <p:par>
                                    <p:cTn id="12" presetID="35" presetClass="path" presetSubtype="0" fill="hold" grpId="1" nodeType="withEffect">
                                      <p:stCondLst>
                                        <p:cond delay="500"/>
                                      </p:stCondLst>
                                      <p:childTnLst>
                                        <p:animMotion origin="layout" path="M 0.45399 2.59259E-6 L 2.77778E-7 2.59259E-6 " pathEditMode="relative" rAng="0" ptsTypes="AA">
                                          <p:cBhvr>
                                            <p:cTn id="13" dur="1100" fill="hold"/>
                                            <p:tgtEl>
                                              <p:spTgt spid="12"/>
                                            </p:tgtEl>
                                            <p:attrNameLst>
                                              <p:attrName>ppt_x</p:attrName>
                                              <p:attrName>ppt_y</p:attrName>
                                            </p:attrNameLst>
                                          </p:cBhvr>
                                          <p:rCtr x="-2270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clusionLab">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6214" y="2420889"/>
            <a:ext cx="4934263" cy="2132707"/>
          </a:xfrm>
          <a:prstGeom prst="rect">
            <a:avLst/>
          </a:prstGeom>
          <a:effectLst>
            <a:outerShdw blurRad="50800" dist="12700" dir="2220000" sx="102000" sy="102000" algn="ctr" rotWithShape="0">
              <a:srgbClr val="000000">
                <a:alpha val="35000"/>
              </a:srgbClr>
            </a:outerShdw>
            <a:softEdge rad="0"/>
          </a:effectLst>
        </p:spPr>
      </p:pic>
      <p:sp>
        <p:nvSpPr>
          <p:cNvPr id="11" name="TextBox 10"/>
          <p:cNvSpPr txBox="1"/>
          <p:nvPr/>
        </p:nvSpPr>
        <p:spPr>
          <a:xfrm>
            <a:off x="2063552" y="2492896"/>
            <a:ext cx="3934090" cy="1938992"/>
          </a:xfrm>
          <a:prstGeom prst="rect">
            <a:avLst/>
          </a:prstGeom>
          <a:noFill/>
        </p:spPr>
        <p:txBody>
          <a:bodyPr wrap="none" rtlCol="0">
            <a:spAutoFit/>
          </a:bodyPr>
          <a:lstStyle/>
          <a:p>
            <a:r>
              <a:rPr lang="en-US" sz="6000" b="1" dirty="0">
                <a:solidFill>
                  <a:schemeClr val="tx1">
                    <a:lumMod val="65000"/>
                    <a:lumOff val="35000"/>
                  </a:schemeClr>
                </a:solidFill>
                <a:latin typeface="Segoe Light" panose="020B0302040504020203" pitchFamily="34" charset="0"/>
              </a:rPr>
              <a:t>Conclusion </a:t>
            </a:r>
          </a:p>
          <a:p>
            <a:r>
              <a:rPr lang="en-US" sz="6000" b="1" dirty="0">
                <a:solidFill>
                  <a:schemeClr val="tx1">
                    <a:lumMod val="65000"/>
                    <a:lumOff val="35000"/>
                  </a:schemeClr>
                </a:solidFill>
                <a:latin typeface="Segoe Light" panose="020B0302040504020203" pitchFamily="34" charset="0"/>
              </a:rPr>
              <a:t>Lab</a:t>
            </a:r>
          </a:p>
        </p:txBody>
      </p:sp>
      <p:sp>
        <p:nvSpPr>
          <p:cNvPr id="5"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95538869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400"/>
                                            <p:tgtEl>
                                              <p:spTgt spid="11"/>
                                            </p:tgtEl>
                                          </p:cBhvr>
                                        </p:animEffect>
                                      </p:childTnLst>
                                    </p:cTn>
                                  </p:par>
                                  <p:par>
                                    <p:cTn id="12" presetID="35" presetClass="path" presetSubtype="0" fill="hold" grpId="1" nodeType="withEffect" p14:presetBounceEnd="42000">
                                      <p:stCondLst>
                                        <p:cond delay="500"/>
                                      </p:stCondLst>
                                      <p:childTnLst>
                                        <p:animMotion origin="layout" path="M 0.48837 -1.11111E-6 L -4.44444E-6 -1.11111E-6 " pathEditMode="relative" rAng="0" ptsTypes="AA" p14:bounceEnd="42000">
                                          <p:cBhvr>
                                            <p:cTn id="13" dur="1100" fill="hold"/>
                                            <p:tgtEl>
                                              <p:spTgt spid="11"/>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400"/>
                                            <p:tgtEl>
                                              <p:spTgt spid="11"/>
                                            </p:tgtEl>
                                          </p:cBhvr>
                                        </p:animEffect>
                                      </p:childTnLst>
                                    </p:cTn>
                                  </p:par>
                                  <p:par>
                                    <p:cTn id="12" presetID="35" presetClass="path" presetSubtype="0" fill="hold" grpId="1" nodeType="withEffect">
                                      <p:stCondLst>
                                        <p:cond delay="500"/>
                                      </p:stCondLst>
                                      <p:childTnLst>
                                        <p:animMotion origin="layout" path="M 0.48837 -1.11111E-6 L -4.44444E-6 -1.11111E-6 " pathEditMode="relative" rAng="0" ptsTypes="AA">
                                          <p:cBhvr>
                                            <p:cTn id="13" dur="1100" fill="hold"/>
                                            <p:tgtEl>
                                              <p:spTgt spid="11"/>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onclusionLab">
    <p:spTree>
      <p:nvGrpSpPr>
        <p:cNvPr id="1" name=""/>
        <p:cNvGrpSpPr/>
        <p:nvPr/>
      </p:nvGrpSpPr>
      <p:grpSpPr>
        <a:xfrm>
          <a:off x="0" y="0"/>
          <a:ext cx="0" cy="0"/>
          <a:chOff x="0" y="0"/>
          <a:chExt cx="0" cy="0"/>
        </a:xfrm>
      </p:grpSpPr>
      <p:sp>
        <p:nvSpPr>
          <p:cNvPr id="13" name="TextBox 12"/>
          <p:cNvSpPr txBox="1"/>
          <p:nvPr/>
        </p:nvSpPr>
        <p:spPr>
          <a:xfrm>
            <a:off x="1103446" y="2492896"/>
            <a:ext cx="4923143"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Final</a:t>
            </a:r>
            <a:r>
              <a:rPr lang="en-US" sz="10000" b="1" baseline="0" dirty="0">
                <a:solidFill>
                  <a:schemeClr val="tx1">
                    <a:lumMod val="65000"/>
                    <a:lumOff val="35000"/>
                  </a:schemeClr>
                </a:solidFill>
                <a:latin typeface="Segoe Light" panose="020B0302040504020203" pitchFamily="34" charset="0"/>
              </a:rPr>
              <a:t> </a:t>
            </a:r>
            <a:r>
              <a:rPr lang="en-US" sz="10000" b="1" dirty="0">
                <a:solidFill>
                  <a:schemeClr val="tx1">
                    <a:lumMod val="65000"/>
                    <a:lumOff val="35000"/>
                  </a:schemeClr>
                </a:solidFill>
                <a:latin typeface="Segoe Light" panose="020B0302040504020203" pitchFamily="34" charset="0"/>
              </a:rPr>
              <a:t>Lab</a:t>
            </a: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6214" y="2420889"/>
            <a:ext cx="4934263" cy="2132707"/>
          </a:xfrm>
          <a:prstGeom prst="rect">
            <a:avLst/>
          </a:prstGeom>
          <a:effectLst>
            <a:outerShdw blurRad="50800" dist="12700" dir="2220000" sx="102000" sy="102000" algn="ctr" rotWithShape="0">
              <a:srgbClr val="000000">
                <a:alpha val="35000"/>
              </a:srgbClr>
            </a:outerShdw>
            <a:softEdge rad="0"/>
          </a:effectLst>
        </p:spPr>
      </p:pic>
      <p:sp>
        <p:nvSpPr>
          <p:cNvPr id="5"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a:lvl1pPr>
          </a:lstStyle>
          <a:p>
            <a:r>
              <a:rPr lang="en-US"/>
              <a:t>Click to edit Master title style</a:t>
            </a:r>
            <a:endParaRPr lang="en-US" dirty="0"/>
          </a:p>
        </p:txBody>
      </p:sp>
    </p:spTree>
    <p:extLst>
      <p:ext uri="{BB962C8B-B14F-4D97-AF65-F5344CB8AC3E}">
        <p14:creationId xmlns:p14="http://schemas.microsoft.com/office/powerpoint/2010/main" val="315174721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8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14:presetBounceEnd="42000">
                                      <p:stCondLst>
                                        <p:cond delay="500"/>
                                      </p:stCondLst>
                                      <p:childTnLst>
                                        <p:animMotion origin="layout" path="M 0.48837 2.59259E-6 L -3.33333E-6 2.59259E-6 " pathEditMode="relative" rAng="0" ptsTypes="AA" p14:bounceEnd="42000">
                                          <p:cBhvr>
                                            <p:cTn id="13" dur="1100" fill="hold"/>
                                            <p:tgtEl>
                                              <p:spTgt spid="13"/>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8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400"/>
                                            <p:tgtEl>
                                              <p:spTgt spid="13"/>
                                            </p:tgtEl>
                                          </p:cBhvr>
                                        </p:animEffect>
                                      </p:childTnLst>
                                    </p:cTn>
                                  </p:par>
                                  <p:par>
                                    <p:cTn id="12" presetID="35" presetClass="path" presetSubtype="0" fill="hold" grpId="1" nodeType="withEffect">
                                      <p:stCondLst>
                                        <p:cond delay="500"/>
                                      </p:stCondLst>
                                      <p:childTnLst>
                                        <p:animMotion origin="layout" path="M 0.48837 2.59259E-6 L -3.33333E-6 2.59259E-6 " pathEditMode="relative" rAng="0" ptsTypes="AA">
                                          <p:cBhvr>
                                            <p:cTn id="13" dur="1100" fill="hold"/>
                                            <p:tgtEl>
                                              <p:spTgt spid="13"/>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ulkCode">
    <p:spTree>
      <p:nvGrpSpPr>
        <p:cNvPr id="1" name=""/>
        <p:cNvGrpSpPr/>
        <p:nvPr/>
      </p:nvGrpSpPr>
      <p:grpSpPr>
        <a:xfrm>
          <a:off x="0" y="0"/>
          <a:ext cx="0" cy="0"/>
          <a:chOff x="0" y="0"/>
          <a:chExt cx="0" cy="0"/>
        </a:xfrm>
      </p:grpSpPr>
      <p:sp>
        <p:nvSpPr>
          <p:cNvPr id="5" name="Text Placeholder 14"/>
          <p:cNvSpPr>
            <a:spLocks noGrp="1"/>
          </p:cNvSpPr>
          <p:nvPr>
            <p:ph type="body" sz="quarter" idx="16"/>
          </p:nvPr>
        </p:nvSpPr>
        <p:spPr bwMode="blackWhite">
          <a:xfrm>
            <a:off x="803574" y="1492161"/>
            <a:ext cx="10668420" cy="4659258"/>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Edit Master text styles</a:t>
            </a:r>
          </a:p>
        </p:txBody>
      </p:sp>
      <p:sp>
        <p:nvSpPr>
          <p:cNvPr id="4"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extLst>
      <p:ext uri="{BB962C8B-B14F-4D97-AF65-F5344CB8AC3E}">
        <p14:creationId xmlns:p14="http://schemas.microsoft.com/office/powerpoint/2010/main" val="18955862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deSnippets">
    <p:spTree>
      <p:nvGrpSpPr>
        <p:cNvPr id="1" name=""/>
        <p:cNvGrpSpPr/>
        <p:nvPr/>
      </p:nvGrpSpPr>
      <p:grpSpPr>
        <a:xfrm>
          <a:off x="0" y="0"/>
          <a:ext cx="0" cy="0"/>
          <a:chOff x="0" y="0"/>
          <a:chExt cx="0" cy="0"/>
        </a:xfrm>
      </p:grpSpPr>
      <p:sp>
        <p:nvSpPr>
          <p:cNvPr id="13" name="Text Placeholder 12"/>
          <p:cNvSpPr>
            <a:spLocks noGrp="1"/>
          </p:cNvSpPr>
          <p:nvPr>
            <p:ph type="body" sz="quarter" idx="15"/>
          </p:nvPr>
        </p:nvSpPr>
        <p:spPr>
          <a:xfrm>
            <a:off x="815413" y="1494000"/>
            <a:ext cx="10656920" cy="2286000"/>
          </a:xfrm>
          <a:prstGeom prst="rect">
            <a:avLst/>
          </a:prstGeom>
          <a:solidFill>
            <a:schemeClr val="bg1">
              <a:alpha val="69000"/>
            </a:schemeClr>
          </a:solidFill>
        </p:spPr>
        <p:txBody>
          <a:bodyPr tIns="90000">
            <a:normAutofit/>
          </a:bodyPr>
          <a:lstStyle>
            <a:lvl1pPr marL="342900" indent="-342900" algn="l" rtl="0">
              <a:buFontTx/>
              <a:buBlip>
                <a:blip r:embed="rId2"/>
              </a:buBlip>
              <a:defRPr baseline="0">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marL="1143000" indent="-228600" algn="l" rtl="0">
              <a:buFontTx/>
              <a:buBlip>
                <a:blip r:embed="rId2"/>
              </a:buBlip>
              <a:defRPr>
                <a:latin typeface="Segoe" panose="020B0502040504020203" pitchFamily="34" charset="0"/>
              </a:defRPr>
            </a:lvl3pPr>
            <a:lvl4pPr marL="1600200" indent="-228600" algn="l" rtl="0">
              <a:buFontTx/>
              <a:buBlip>
                <a:blip r:embed="rId2"/>
              </a:buBlip>
              <a:defRPr>
                <a:latin typeface="Segoe" panose="020B0502040504020203" pitchFamily="34" charset="0"/>
              </a:defRPr>
            </a:lvl4pPr>
            <a:lvl5pPr marL="2057400" indent="-228600" algn="l" rtl="0">
              <a:buFontTx/>
              <a:buBlip>
                <a:blip r:embed="rId2"/>
              </a:buBlip>
              <a:defRPr>
                <a:latin typeface="Segoe" panose="020B0502040504020203" pitchFamily="34" charset="0"/>
              </a:defRPr>
            </a:lvl5pPr>
          </a:lstStyle>
          <a:p>
            <a:pPr lvl="0"/>
            <a:r>
              <a:rPr lang="en-US"/>
              <a:t>Edit Master text styles</a:t>
            </a:r>
          </a:p>
        </p:txBody>
      </p:sp>
      <p:sp>
        <p:nvSpPr>
          <p:cNvPr id="15" name="Text Placeholder 14"/>
          <p:cNvSpPr>
            <a:spLocks noGrp="1"/>
          </p:cNvSpPr>
          <p:nvPr>
            <p:ph type="body" sz="quarter" idx="16"/>
          </p:nvPr>
        </p:nvSpPr>
        <p:spPr bwMode="blackWhite">
          <a:xfrm>
            <a:off x="803574" y="3873732"/>
            <a:ext cx="10668420" cy="2277687"/>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Edit Master text styles</a:t>
            </a:r>
          </a:p>
        </p:txBody>
      </p:sp>
      <p:sp>
        <p:nvSpPr>
          <p:cNvPr id="5"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extLst>
      <p:ext uri="{BB962C8B-B14F-4D97-AF65-F5344CB8AC3E}">
        <p14:creationId xmlns:p14="http://schemas.microsoft.com/office/powerpoint/2010/main" val="346089678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rgeCodeSnippets">
    <p:spTree>
      <p:nvGrpSpPr>
        <p:cNvPr id="1" name=""/>
        <p:cNvGrpSpPr/>
        <p:nvPr/>
      </p:nvGrpSpPr>
      <p:grpSpPr>
        <a:xfrm>
          <a:off x="0" y="0"/>
          <a:ext cx="0" cy="0"/>
          <a:chOff x="0" y="0"/>
          <a:chExt cx="0" cy="0"/>
        </a:xfrm>
      </p:grpSpPr>
      <p:sp>
        <p:nvSpPr>
          <p:cNvPr id="20" name="Text Placeholder 12"/>
          <p:cNvSpPr>
            <a:spLocks noGrp="1"/>
          </p:cNvSpPr>
          <p:nvPr>
            <p:ph type="body" sz="quarter" idx="15"/>
          </p:nvPr>
        </p:nvSpPr>
        <p:spPr>
          <a:xfrm>
            <a:off x="815413" y="1494000"/>
            <a:ext cx="10656920" cy="1502952"/>
          </a:xfrm>
          <a:prstGeom prst="rect">
            <a:avLst/>
          </a:prstGeom>
          <a:solidFill>
            <a:schemeClr val="bg1">
              <a:alpha val="69000"/>
            </a:schemeClr>
          </a:solidFill>
        </p:spPr>
        <p:txBody>
          <a:bodyPr tIns="90000">
            <a:normAutofit/>
          </a:bodyPr>
          <a:lstStyle>
            <a:lvl1pPr marL="342900" indent="-342900" algn="l" rtl="0">
              <a:buFontTx/>
              <a:buBlip>
                <a:blip r:embed="rId2"/>
              </a:buBlip>
              <a:defRPr>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marL="1143000" indent="-228600" algn="l" rtl="0">
              <a:buFontTx/>
              <a:buBlip>
                <a:blip r:embed="rId2"/>
              </a:buBlip>
              <a:defRPr>
                <a:latin typeface="Segoe" panose="020B0502040504020203" pitchFamily="34" charset="0"/>
              </a:defRPr>
            </a:lvl3pPr>
            <a:lvl4pPr algn="l" rtl="0">
              <a:buFontTx/>
              <a:buBlip>
                <a:blip r:embed="rId3"/>
              </a:buBlip>
              <a:defRPr>
                <a:latin typeface="Segoe" panose="020B0502040504020203" pitchFamily="34" charset="0"/>
              </a:defRPr>
            </a:lvl4pPr>
            <a:lvl5pPr algn="l" rtl="0">
              <a:buFontTx/>
              <a:buBlip>
                <a:blip r:embed="rId3"/>
              </a:buBlip>
              <a:defRPr>
                <a:latin typeface="Segoe" panose="020B0502040504020203" pitchFamily="34" charset="0"/>
              </a:defRPr>
            </a:lvl5pPr>
          </a:lstStyle>
          <a:p>
            <a:pPr lvl="0"/>
            <a:r>
              <a:rPr lang="en-US"/>
              <a:t>Edit Master text styles</a:t>
            </a:r>
          </a:p>
        </p:txBody>
      </p:sp>
      <p:sp>
        <p:nvSpPr>
          <p:cNvPr id="21" name="Text Placeholder 14"/>
          <p:cNvSpPr>
            <a:spLocks noGrp="1"/>
          </p:cNvSpPr>
          <p:nvPr>
            <p:ph type="body" sz="quarter" idx="16"/>
          </p:nvPr>
        </p:nvSpPr>
        <p:spPr bwMode="blackWhite">
          <a:xfrm>
            <a:off x="803574" y="3140969"/>
            <a:ext cx="10668420" cy="3010450"/>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Edit Master text styles</a:t>
            </a:r>
          </a:p>
        </p:txBody>
      </p:sp>
      <p:sp>
        <p:nvSpPr>
          <p:cNvPr id="5"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extLst>
      <p:ext uri="{BB962C8B-B14F-4D97-AF65-F5344CB8AC3E}">
        <p14:creationId xmlns:p14="http://schemas.microsoft.com/office/powerpoint/2010/main" val="42325926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CodeSnippets">
    <p:spTree>
      <p:nvGrpSpPr>
        <p:cNvPr id="1" name=""/>
        <p:cNvGrpSpPr/>
        <p:nvPr/>
      </p:nvGrpSpPr>
      <p:grpSpPr>
        <a:xfrm>
          <a:off x="0" y="0"/>
          <a:ext cx="0" cy="0"/>
          <a:chOff x="0" y="0"/>
          <a:chExt cx="0" cy="0"/>
        </a:xfrm>
      </p:grpSpPr>
      <p:sp>
        <p:nvSpPr>
          <p:cNvPr id="22" name="Text Placeholder 12"/>
          <p:cNvSpPr>
            <a:spLocks noGrp="1"/>
          </p:cNvSpPr>
          <p:nvPr>
            <p:ph type="body" sz="quarter" idx="15"/>
          </p:nvPr>
        </p:nvSpPr>
        <p:spPr>
          <a:xfrm>
            <a:off x="815413" y="1494177"/>
            <a:ext cx="10673019" cy="1070904"/>
          </a:xfrm>
          <a:prstGeom prst="rect">
            <a:avLst/>
          </a:prstGeom>
          <a:solidFill>
            <a:schemeClr val="bg1">
              <a:alpha val="69000"/>
            </a:schemeClr>
          </a:solidFill>
        </p:spPr>
        <p:txBody>
          <a:bodyPr tIns="90000">
            <a:normAutofit/>
          </a:bodyPr>
          <a:lstStyle>
            <a:lvl1pPr marL="342900" indent="-342900" algn="l" rtl="0">
              <a:buFontTx/>
              <a:buBlip>
                <a:blip r:embed="rId2"/>
              </a:buBlip>
              <a:defRPr baseline="0">
                <a:latin typeface="Segoe" panose="020B0502040504020203" pitchFamily="34" charset="0"/>
              </a:defRPr>
            </a:lvl1pPr>
            <a:lvl2pPr marL="742950" indent="-285750" algn="l" rtl="0">
              <a:buFontTx/>
              <a:buBlip>
                <a:blip r:embed="rId2"/>
              </a:buBlip>
              <a:defRPr>
                <a:latin typeface="Segoe" panose="020B0502040504020203" pitchFamily="34" charset="0"/>
              </a:defRPr>
            </a:lvl2pPr>
            <a:lvl3pPr algn="l" rtl="0">
              <a:buFontTx/>
              <a:buBlip>
                <a:blip r:embed="rId3"/>
              </a:buBlip>
              <a:defRPr>
                <a:latin typeface="Segoe" panose="020B0502040504020203" pitchFamily="34" charset="0"/>
              </a:defRPr>
            </a:lvl3pPr>
            <a:lvl4pPr algn="l" rtl="0">
              <a:buFontTx/>
              <a:buBlip>
                <a:blip r:embed="rId3"/>
              </a:buBlip>
              <a:defRPr>
                <a:latin typeface="Segoe" panose="020B0502040504020203" pitchFamily="34" charset="0"/>
              </a:defRPr>
            </a:lvl4pPr>
            <a:lvl5pPr algn="l" rtl="0">
              <a:buFontTx/>
              <a:buBlip>
                <a:blip r:embed="rId3"/>
              </a:buBlip>
              <a:defRPr>
                <a:latin typeface="Segoe" panose="020B0502040504020203" pitchFamily="34" charset="0"/>
              </a:defRPr>
            </a:lvl5pPr>
          </a:lstStyle>
          <a:p>
            <a:pPr lvl="0"/>
            <a:r>
              <a:rPr lang="en-US"/>
              <a:t>Edit Master text styles</a:t>
            </a:r>
          </a:p>
        </p:txBody>
      </p:sp>
      <p:sp>
        <p:nvSpPr>
          <p:cNvPr id="23" name="Text Placeholder 14"/>
          <p:cNvSpPr>
            <a:spLocks noGrp="1"/>
          </p:cNvSpPr>
          <p:nvPr>
            <p:ph type="body" sz="quarter" idx="16"/>
          </p:nvPr>
        </p:nvSpPr>
        <p:spPr bwMode="blackWhite">
          <a:xfrm>
            <a:off x="815413" y="2630517"/>
            <a:ext cx="10684536" cy="1139423"/>
          </a:xfrm>
          <a:prstGeom prst="rect">
            <a:avLst/>
          </a:prstGeom>
          <a:solidFill>
            <a:srgbClr val="4B84C9">
              <a:alpha val="50000"/>
            </a:srgbClr>
          </a:solidFill>
        </p:spPr>
        <p:txBody>
          <a:bodyPr tIns="90000">
            <a:normAutofit/>
          </a:bodyPr>
          <a:lstStyle>
            <a:lvl1pPr algn="l" rtl="0">
              <a:buFont typeface="Arial" pitchFamily="34" charset="0"/>
              <a:buNone/>
              <a:defRPr lang="en-US" sz="1800" b="0" kern="1200" dirty="0" smtClean="0">
                <a:solidFill>
                  <a:schemeClr val="tx1"/>
                </a:solidFill>
                <a:latin typeface="Consolas" pitchFamily="49" charset="0"/>
                <a:ea typeface="+mn-ea"/>
                <a:cs typeface="Courier New" pitchFamily="49" charset="0"/>
              </a:defRPr>
            </a:lvl1pPr>
            <a:lvl2pPr>
              <a:buFont typeface="Arial" pitchFamily="34" charset="0"/>
              <a:buChar char="•"/>
              <a:defRPr lang="en-US" sz="1600" b="0" kern="1200" dirty="0" smtClean="0">
                <a:solidFill>
                  <a:schemeClr val="tx1"/>
                </a:solidFill>
                <a:latin typeface="Consolas" pitchFamily="49" charset="0"/>
                <a:ea typeface="+mn-ea"/>
                <a:cs typeface="Courier New" pitchFamily="49" charset="0"/>
              </a:defRPr>
            </a:lvl2pPr>
            <a:lvl3pPr>
              <a:buFont typeface="Arial" pitchFamily="34" charset="0"/>
              <a:buChar char="•"/>
              <a:defRPr lang="en-US" sz="1600" b="0" kern="1200" dirty="0" smtClean="0">
                <a:solidFill>
                  <a:schemeClr val="tx1"/>
                </a:solidFill>
                <a:latin typeface="Consolas" pitchFamily="49" charset="0"/>
                <a:ea typeface="+mn-ea"/>
                <a:cs typeface="Courier New" pitchFamily="49" charset="0"/>
              </a:defRPr>
            </a:lvl3pPr>
            <a:lvl4pPr>
              <a:buFont typeface="Arial" pitchFamily="34" charset="0"/>
              <a:buChar char="•"/>
              <a:defRPr lang="en-US" sz="1600" b="0" kern="1200" dirty="0" smtClean="0">
                <a:solidFill>
                  <a:schemeClr val="tx1"/>
                </a:solidFill>
                <a:latin typeface="Consolas" pitchFamily="49" charset="0"/>
                <a:ea typeface="+mn-ea"/>
                <a:cs typeface="Courier New" pitchFamily="49" charset="0"/>
              </a:defRPr>
            </a:lvl4pPr>
            <a:lvl5pPr>
              <a:buFont typeface="Arial" pitchFamily="34" charset="0"/>
              <a:buChar char="•"/>
              <a:defRPr lang="en-US" sz="1600" b="0" kern="1200" dirty="0">
                <a:solidFill>
                  <a:schemeClr val="tx1"/>
                </a:solidFill>
                <a:latin typeface="Consolas" pitchFamily="49" charset="0"/>
                <a:ea typeface="+mn-ea"/>
                <a:cs typeface="Courier New" pitchFamily="49" charset="0"/>
              </a:defRPr>
            </a:lvl5pPr>
          </a:lstStyle>
          <a:p>
            <a:pPr lvl="0"/>
            <a:r>
              <a:rPr lang="en-US"/>
              <a:t>Edit Master text styles</a:t>
            </a:r>
          </a:p>
        </p:txBody>
      </p:sp>
      <p:sp>
        <p:nvSpPr>
          <p:cNvPr id="7"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
        <p:nvSpPr>
          <p:cNvPr id="3" name="Text Placeholder 2"/>
          <p:cNvSpPr>
            <a:spLocks noGrp="1"/>
          </p:cNvSpPr>
          <p:nvPr>
            <p:ph type="body" sz="quarter" idx="17"/>
          </p:nvPr>
        </p:nvSpPr>
        <p:spPr>
          <a:xfrm>
            <a:off x="815016" y="3835374"/>
            <a:ext cx="10684933" cy="1073150"/>
          </a:xfrm>
          <a:prstGeom prst="rect">
            <a:avLst/>
          </a:prstGeom>
        </p:spPr>
        <p:txBody>
          <a:bodyPr/>
          <a:lstStyle>
            <a:lvl1pPr marL="0" indent="0">
              <a:buNone/>
              <a:defRPr lang="en-US" sz="2800" kern="1200" baseline="0" dirty="0">
                <a:solidFill>
                  <a:schemeClr val="tx1"/>
                </a:solidFill>
                <a:latin typeface="Segoe" panose="020B0502040504020203" pitchFamily="34" charset="0"/>
                <a:ea typeface="+mn-ea"/>
                <a:cs typeface="+mn-cs"/>
              </a:defRPr>
            </a:lvl1pPr>
            <a:lvl2pPr marL="342900" indent="-342900">
              <a:defRPr/>
            </a:lvl2pPr>
            <a:lvl3pPr marL="342900" indent="-342900">
              <a:defRPr/>
            </a:lvl3pPr>
            <a:lvl4pPr marL="342900" indent="-342900">
              <a:defRPr/>
            </a:lvl4pPr>
            <a:lvl5pPr marL="342900" indent="-342900">
              <a:defRPr/>
            </a:lvl5pPr>
          </a:lstStyle>
          <a:p>
            <a:pPr marL="342900" lvl="0" indent="-342900" algn="l" defTabSz="914400" rtl="0" eaLnBrk="1" latinLnBrk="0" hangingPunct="1">
              <a:spcBef>
                <a:spcPct val="20000"/>
              </a:spcBef>
              <a:buFontTx/>
              <a:buBlip>
                <a:blip r:embed="rId2"/>
              </a:buBlip>
            </a:pPr>
            <a:r>
              <a:rPr lang="en-US"/>
              <a:t>Edit Master text styles</a:t>
            </a:r>
          </a:p>
        </p:txBody>
      </p:sp>
      <p:sp>
        <p:nvSpPr>
          <p:cNvPr id="5" name="Text Placeholder 4"/>
          <p:cNvSpPr>
            <a:spLocks noGrp="1"/>
          </p:cNvSpPr>
          <p:nvPr>
            <p:ph type="body" sz="quarter" idx="18"/>
          </p:nvPr>
        </p:nvSpPr>
        <p:spPr>
          <a:xfrm>
            <a:off x="815016" y="4973960"/>
            <a:ext cx="10684933" cy="1119187"/>
          </a:xfrm>
          <a:prstGeom prst="rect">
            <a:avLst/>
          </a:prstGeom>
          <a:solidFill>
            <a:schemeClr val="accent1">
              <a:alpha val="50000"/>
            </a:schemeClr>
          </a:solidFill>
        </p:spPr>
        <p:txBody>
          <a:bodyPr/>
          <a:lstStyle>
            <a:lvl1pPr marL="0" indent="0">
              <a:defRPr lang="en-US" sz="1800" b="0" kern="1200" dirty="0" smtClean="0">
                <a:solidFill>
                  <a:schemeClr val="tx1"/>
                </a:solidFill>
                <a:latin typeface="Consolas" pitchFamily="49" charset="0"/>
                <a:ea typeface="+mn-ea"/>
                <a:cs typeface="Courier New" pitchFamily="49" charset="0"/>
              </a:defRPr>
            </a:lvl1pPr>
            <a:lvl2pPr marL="0" indent="0">
              <a:defRPr/>
            </a:lvl2pPr>
            <a:lvl3pPr marL="0" indent="0">
              <a:defRPr/>
            </a:lvl3pPr>
            <a:lvl4pPr marL="0" indent="0">
              <a:defRPr/>
            </a:lvl4pPr>
            <a:lvl5pPr marL="0" indent="0">
              <a:defRPr/>
            </a:lvl5pPr>
          </a:lstStyle>
          <a:p>
            <a:pPr marL="342900" lvl="0" indent="-342900" algn="l" defTabSz="914400" rtl="0" eaLnBrk="1" latinLnBrk="0" hangingPunct="1">
              <a:spcBef>
                <a:spcPct val="20000"/>
              </a:spcBef>
              <a:buFont typeface="Arial" pitchFamily="34" charset="0"/>
              <a:buNone/>
            </a:pPr>
            <a:r>
              <a:rPr lang="en-US"/>
              <a:t>Edit Master text styles</a:t>
            </a:r>
          </a:p>
        </p:txBody>
      </p:sp>
    </p:spTree>
    <p:extLst>
      <p:ext uri="{BB962C8B-B14F-4D97-AF65-F5344CB8AC3E}">
        <p14:creationId xmlns:p14="http://schemas.microsoft.com/office/powerpoint/2010/main" val="128684695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7" name="TextBox 6"/>
          <p:cNvSpPr txBox="1"/>
          <p:nvPr/>
        </p:nvSpPr>
        <p:spPr>
          <a:xfrm>
            <a:off x="1871531" y="2492896"/>
            <a:ext cx="5545108" cy="1631216"/>
          </a:xfrm>
          <a:prstGeom prst="rect">
            <a:avLst/>
          </a:prstGeom>
          <a:noFill/>
        </p:spPr>
        <p:txBody>
          <a:bodyPr wrap="none" rtlCol="0">
            <a:spAutoFit/>
          </a:bodyPr>
          <a:lstStyle/>
          <a:p>
            <a:r>
              <a:rPr lang="en-US" sz="10000" b="1" dirty="0">
                <a:solidFill>
                  <a:schemeClr val="tx1">
                    <a:lumMod val="65000"/>
                    <a:lumOff val="35000"/>
                  </a:schemeClr>
                </a:solidFill>
                <a:latin typeface="Segoe Light" panose="020B0302040504020203" pitchFamily="34" charset="0"/>
              </a:rPr>
              <a:t>Questions</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8947" y="1988841"/>
            <a:ext cx="2043387" cy="2844235"/>
          </a:xfrm>
          <a:prstGeom prst="rect">
            <a:avLst/>
          </a:prstGeom>
          <a:effectLst>
            <a:outerShdw blurRad="50800" dist="12700" dir="2220000" sx="102000" sy="102000" algn="ctr" rotWithShape="0">
              <a:srgbClr val="000000">
                <a:alpha val="35000"/>
              </a:srgbClr>
            </a:outerShdw>
            <a:softEdge rad="0"/>
          </a:effectLst>
        </p:spPr>
      </p:pic>
    </p:spTree>
    <p:extLst>
      <p:ext uri="{BB962C8B-B14F-4D97-AF65-F5344CB8AC3E}">
        <p14:creationId xmlns:p14="http://schemas.microsoft.com/office/powerpoint/2010/main" val="37749423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100"/>
                                            <p:tgtEl>
                                              <p:spTgt spid="7"/>
                                            </p:tgtEl>
                                          </p:cBhvr>
                                        </p:animEffect>
                                      </p:childTnLst>
                                    </p:cTn>
                                  </p:par>
                                  <p:par>
                                    <p:cTn id="12" presetID="35" presetClass="path" presetSubtype="0" fill="hold" grpId="1" nodeType="withEffect" p14:presetBounceEnd="42000">
                                      <p:stCondLst>
                                        <p:cond delay="500"/>
                                      </p:stCondLst>
                                      <p:childTnLst>
                                        <p:animMotion origin="layout" path="M 0.48837 2.59259E-6 L -4.16667E-6 2.59259E-6 " pathEditMode="relative" rAng="0" ptsTypes="AA" p14:bounceEnd="42000">
                                          <p:cBhvr>
                                            <p:cTn id="13" dur="1100" fill="hold"/>
                                            <p:tgtEl>
                                              <p:spTgt spid="7"/>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42000" fill="hold" nodeType="withEffect">
                                      <p:stCondLst>
                                        <p:cond delay="3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100"/>
                                            <p:tgtEl>
                                              <p:spTgt spid="7"/>
                                            </p:tgtEl>
                                          </p:cBhvr>
                                        </p:animEffect>
                                      </p:childTnLst>
                                    </p:cTn>
                                  </p:par>
                                  <p:par>
                                    <p:cTn id="12" presetID="35" presetClass="path" presetSubtype="0" fill="hold" grpId="1" nodeType="withEffect">
                                      <p:stCondLst>
                                        <p:cond delay="500"/>
                                      </p:stCondLst>
                                      <p:childTnLst>
                                        <p:animMotion origin="layout" path="M 0.48837 2.59259E-6 L -4.16667E-6 2.59259E-6 " pathEditMode="relative" rAng="0" ptsTypes="AA">
                                          <p:cBhvr>
                                            <p:cTn id="13" dur="1100" fill="hold"/>
                                            <p:tgtEl>
                                              <p:spTgt spid="7"/>
                                            </p:tgtEl>
                                            <p:attrNameLst>
                                              <p:attrName>ppt_x</p:attrName>
                                              <p:attrName>ppt_y</p:attrName>
                                            </p:attrNameLst>
                                          </p:cBhvr>
                                          <p:rCtr x="-2442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12" name="Text Placeholder 11"/>
          <p:cNvSpPr>
            <a:spLocks noGrp="1"/>
          </p:cNvSpPr>
          <p:nvPr>
            <p:ph type="body" sz="quarter" idx="13"/>
          </p:nvPr>
        </p:nvSpPr>
        <p:spPr>
          <a:xfrm>
            <a:off x="815413" y="1492162"/>
            <a:ext cx="10656920" cy="4673143"/>
          </a:xfrm>
          <a:prstGeom prst="rect">
            <a:avLst/>
          </a:prstGeom>
          <a:noFill/>
        </p:spPr>
        <p:txBody>
          <a:bodyPr>
            <a:normAutofit/>
          </a:bodyPr>
          <a:lstStyle>
            <a:lvl1pPr marL="342900" indent="-342900" algn="l" rtl="0">
              <a:buSzPct val="75000"/>
              <a:buFontTx/>
              <a:buBlip>
                <a:blip r:embed="rId2"/>
              </a:buBlip>
              <a:defRPr sz="2800" b="0">
                <a:latin typeface="Segoe" panose="020B0502040504020203" pitchFamily="34" charset="0"/>
              </a:defRPr>
            </a:lvl1pPr>
            <a:lvl2pPr>
              <a:buNone/>
              <a:defRPr/>
            </a:lvl2pPr>
            <a:lvl3pPr>
              <a:buNone/>
              <a:defRPr/>
            </a:lvl3pPr>
            <a:lvl4pPr>
              <a:buNone/>
              <a:defRPr/>
            </a:lvl4pPr>
          </a:lstStyle>
          <a:p>
            <a:pPr lvl="0"/>
            <a:r>
              <a:rPr lang="en-US"/>
              <a:t>Edit Master text styles</a:t>
            </a:r>
          </a:p>
        </p:txBody>
      </p:sp>
      <p:sp>
        <p:nvSpPr>
          <p:cNvPr id="5"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extLst>
      <p:ext uri="{BB962C8B-B14F-4D97-AF65-F5344CB8AC3E}">
        <p14:creationId xmlns:p14="http://schemas.microsoft.com/office/powerpoint/2010/main" val="11892302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ModuleAgenda">
    <p:spTree>
      <p:nvGrpSpPr>
        <p:cNvPr id="1" name=""/>
        <p:cNvGrpSpPr/>
        <p:nvPr/>
      </p:nvGrpSpPr>
      <p:grpSpPr>
        <a:xfrm>
          <a:off x="0" y="0"/>
          <a:ext cx="0" cy="0"/>
          <a:chOff x="0" y="0"/>
          <a:chExt cx="0" cy="0"/>
        </a:xfrm>
      </p:grpSpPr>
      <p:sp>
        <p:nvSpPr>
          <p:cNvPr id="13" name="Text Placeholder 11"/>
          <p:cNvSpPr>
            <a:spLocks noGrp="1"/>
          </p:cNvSpPr>
          <p:nvPr>
            <p:ph type="body" sz="quarter" idx="13"/>
          </p:nvPr>
        </p:nvSpPr>
        <p:spPr>
          <a:xfrm>
            <a:off x="815413" y="1492162"/>
            <a:ext cx="10656920" cy="4673143"/>
          </a:xfrm>
          <a:prstGeom prst="rect">
            <a:avLst/>
          </a:prstGeom>
          <a:noFill/>
        </p:spPr>
        <p:txBody>
          <a:bodyPr>
            <a:normAutofit/>
          </a:bodyPr>
          <a:lstStyle>
            <a:lvl1pPr marL="342900" indent="-342900" algn="l" rtl="0">
              <a:buSzPct val="75000"/>
              <a:buFontTx/>
              <a:buBlip>
                <a:blip r:embed="rId2"/>
              </a:buBlip>
              <a:defRPr sz="2800" b="0">
                <a:latin typeface="Segoe" panose="020B0502040504020203" pitchFamily="34" charset="0"/>
              </a:defRPr>
            </a:lvl1pPr>
            <a:lvl2pPr>
              <a:buNone/>
              <a:defRPr/>
            </a:lvl2pPr>
            <a:lvl3pPr>
              <a:buNone/>
              <a:defRPr/>
            </a:lvl3pPr>
            <a:lvl4pPr>
              <a:buNone/>
              <a:defRPr/>
            </a:lvl4pPr>
          </a:lstStyle>
          <a:p>
            <a:pPr lvl="0"/>
            <a:r>
              <a:rPr lang="en-US"/>
              <a:t>Edit Master text styles</a:t>
            </a:r>
          </a:p>
        </p:txBody>
      </p:sp>
      <p:sp>
        <p:nvSpPr>
          <p:cNvPr id="4"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extLst>
      <p:ext uri="{BB962C8B-B14F-4D97-AF65-F5344CB8AC3E}">
        <p14:creationId xmlns:p14="http://schemas.microsoft.com/office/powerpoint/2010/main" val="400553010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ps">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9840416" y="2348344"/>
            <a:ext cx="2207355" cy="3900056"/>
          </a:xfrm>
          <a:prstGeom prst="rect">
            <a:avLst/>
          </a:prstGeom>
          <a:noFill/>
        </p:spPr>
        <p:txBody>
          <a:bodyPr>
            <a:normAutofit/>
          </a:bodyPr>
          <a:lstStyle>
            <a:lvl1pPr marL="115888" indent="-115888" algn="l" rtl="0">
              <a:buFont typeface="Arial" pitchFamily="34" charset="0"/>
              <a:buChar char="•"/>
              <a:defRPr sz="1400"/>
            </a:lvl1pPr>
          </a:lstStyle>
          <a:p>
            <a:pPr lvl="0"/>
            <a:r>
              <a:rPr lang="en-US"/>
              <a:t>Edit Master text styles</a:t>
            </a:r>
          </a:p>
        </p:txBody>
      </p:sp>
      <p:sp>
        <p:nvSpPr>
          <p:cNvPr id="17" name="Text Placeholder 16"/>
          <p:cNvSpPr>
            <a:spLocks noGrp="1"/>
          </p:cNvSpPr>
          <p:nvPr>
            <p:ph type="body" sz="quarter" idx="16"/>
          </p:nvPr>
        </p:nvSpPr>
        <p:spPr>
          <a:xfrm>
            <a:off x="815413" y="1524000"/>
            <a:ext cx="8737600" cy="4724400"/>
          </a:xfrm>
          <a:prstGeom prst="rect">
            <a:avLst/>
          </a:prstGeom>
          <a:noFill/>
          <a:ln>
            <a:noFill/>
          </a:ln>
        </p:spPr>
        <p:txBody>
          <a:bodyPr/>
          <a:lstStyle>
            <a:lvl1pPr marL="342900" indent="-342900" algn="l" rtl="0">
              <a:buFontTx/>
              <a:buBlip>
                <a:blip r:embed="rId2"/>
              </a:buBlip>
              <a:defRPr/>
            </a:lvl1pPr>
            <a:lvl2pPr marL="742950" indent="-285750" algn="l" rtl="0">
              <a:buFontTx/>
              <a:buBlip>
                <a:blip r:embed="rId2"/>
              </a:buBlip>
              <a:defRPr/>
            </a:lvl2pPr>
            <a:lvl3pPr marL="1143000" indent="-228600" algn="l" rtl="0">
              <a:buFontTx/>
              <a:buBlip>
                <a:blip r:embed="rId2"/>
              </a:buBlip>
              <a:defRPr/>
            </a:lvl3pPr>
            <a:lvl4pPr marL="1600200" indent="-228600" algn="l" rtl="0">
              <a:buFontTx/>
              <a:buBlip>
                <a:blip r:embed="rId2"/>
              </a:buBlip>
              <a:defRPr/>
            </a:lvl4pPr>
            <a:lvl5pPr marL="2057400" indent="-228600" algn="l" rtl="0">
              <a:buFontTx/>
              <a:buBlip>
                <a:blip r:embed="rId2"/>
              </a:buBlip>
              <a:defRPr/>
            </a:lvl5pPr>
          </a:lstStyle>
          <a:p>
            <a:pPr lvl="0"/>
            <a:r>
              <a:rPr lang="en-US"/>
              <a:t>Edit Master text styles</a:t>
            </a:r>
          </a:p>
        </p:txBody>
      </p:sp>
      <p:sp>
        <p:nvSpPr>
          <p:cNvPr id="14" name="TextBox 13"/>
          <p:cNvSpPr txBox="1"/>
          <p:nvPr/>
        </p:nvSpPr>
        <p:spPr>
          <a:xfrm>
            <a:off x="10639589" y="1524001"/>
            <a:ext cx="1301552" cy="615553"/>
          </a:xfrm>
          <a:prstGeom prst="rect">
            <a:avLst/>
          </a:prstGeom>
          <a:effectLst>
            <a:outerShdw blurRad="50800" dist="12700" dir="2220000" sx="102000" sy="102000" algn="ctr" rotWithShape="0">
              <a:srgbClr val="000000">
                <a:alpha val="35000"/>
              </a:srgbClr>
            </a:outerShdw>
            <a:softEdge rad="0"/>
          </a:effectLst>
        </p:spPr>
        <p:txBody>
          <a:bodyPr vert="horz" wrap="square" lIns="0" tIns="0" rIns="0" bIns="0" rtlCol="0" anchor="t" anchorCtr="0">
            <a:spAutoFit/>
          </a:bodyPr>
          <a:lstStyle>
            <a:lvl1pPr>
              <a:spcBef>
                <a:spcPct val="0"/>
              </a:spcBef>
              <a:buNone/>
              <a:defRPr lang="en-US" sz="4000" b="0" dirty="0" smtClean="0">
                <a:ln w="3175">
                  <a:noFill/>
                </a:ln>
                <a:solidFill>
                  <a:srgbClr val="F08E1B"/>
                </a:solidFill>
                <a:effectLst/>
                <a:latin typeface="Segoe Light" panose="020B0302040504020203" pitchFamily="34" charset="0"/>
                <a:cs typeface="Segoe UI" panose="020B0502040204020203" pitchFamily="34" charset="0"/>
              </a:defRPr>
            </a:lvl1pPr>
          </a:lstStyle>
          <a:p>
            <a:pPr lvl="0"/>
            <a:r>
              <a:rPr lang="en-US" sz="4000" b="1" dirty="0">
                <a:effectLst>
                  <a:outerShdw blurRad="38100" dist="38100" dir="2700000" algn="tl">
                    <a:srgbClr val="000000">
                      <a:alpha val="43137"/>
                    </a:srgbClr>
                  </a:outerShdw>
                </a:effectLst>
                <a:latin typeface="Segoe" panose="020B0502040504020203" pitchFamily="34" charset="0"/>
                <a:cs typeface="Consolas" panose="020B0609020204030204" pitchFamily="49" charset="0"/>
              </a:rPr>
              <a:t>tips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18787" y="1414674"/>
            <a:ext cx="1250813" cy="938110"/>
          </a:xfrm>
          <a:prstGeom prst="rect">
            <a:avLst/>
          </a:prstGeom>
          <a:effectLst>
            <a:outerShdw blurRad="50800" dist="12700" dir="2220000" sx="102000" sy="102000" algn="ctr" rotWithShape="0">
              <a:srgbClr val="000000">
                <a:alpha val="35000"/>
              </a:srgbClr>
            </a:outerShdw>
            <a:softEdge rad="0"/>
          </a:effectLst>
        </p:spPr>
      </p:pic>
      <p:sp>
        <p:nvSpPr>
          <p:cNvPr id="7" name="Title Placeholder 1"/>
          <p:cNvSpPr>
            <a:spLocks noGrp="1"/>
          </p:cNvSpPr>
          <p:nvPr>
            <p:ph type="title" hasCustomPrompt="1"/>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dirty="0"/>
              <a:t>Click to add tips title</a:t>
            </a:r>
          </a:p>
        </p:txBody>
      </p:sp>
    </p:spTree>
    <p:extLst>
      <p:ext uri="{BB962C8B-B14F-4D97-AF65-F5344CB8AC3E}">
        <p14:creationId xmlns:p14="http://schemas.microsoft.com/office/powerpoint/2010/main" val="316984420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Placeholder 1"/>
          <p:cNvSpPr>
            <a:spLocks noGrp="1"/>
          </p:cNvSpPr>
          <p:nvPr>
            <p:ph type="title"/>
          </p:nvPr>
        </p:nvSpPr>
        <p:spPr>
          <a:xfrm>
            <a:off x="815414" y="548680"/>
            <a:ext cx="10561173" cy="720000"/>
          </a:xfrm>
          <a:prstGeom prst="rect">
            <a:avLst/>
          </a:prstGeom>
        </p:spPr>
        <p:txBody>
          <a:bodyPr vert="horz" lIns="0" tIns="0" rIns="91440" bIns="45720" rtlCol="0" anchor="b" anchorCtr="0">
            <a:normAutofit/>
          </a:bodyPr>
          <a:lstStyle>
            <a:lvl1pPr>
              <a:defRPr baseline="0"/>
            </a:lvl1pPr>
          </a:lstStyle>
          <a:p>
            <a:r>
              <a:rPr lang="en-US"/>
              <a:t>Click to edit Master title style</a:t>
            </a:r>
            <a:endParaRPr lang="en-US" dirty="0"/>
          </a:p>
        </p:txBody>
      </p:sp>
    </p:spTree>
    <p:extLst>
      <p:ext uri="{BB962C8B-B14F-4D97-AF65-F5344CB8AC3E}">
        <p14:creationId xmlns:p14="http://schemas.microsoft.com/office/powerpoint/2010/main" val="613578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Slid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774049" y="1340767"/>
            <a:ext cx="9850763" cy="1085850"/>
          </a:xfrm>
          <a:prstGeom prst="rect">
            <a:avLst/>
          </a:prstGeom>
          <a:noFill/>
          <a:ln>
            <a:noFill/>
          </a:ln>
        </p:spPr>
        <p:txBody>
          <a:bodyPr lIns="91425" tIns="91425" rIns="91425" bIns="91425" anchor="t" anchorCtr="0"/>
          <a:lstStyle>
            <a:lvl1pPr marL="0" marR="0" lvl="0" indent="0" algn="l" rtl="0">
              <a:spcBef>
                <a:spcPts val="0"/>
              </a:spcBef>
              <a:buClr>
                <a:srgbClr val="F08E1B"/>
              </a:buClr>
              <a:buFont typeface="Quattrocento Sans"/>
              <a:buNone/>
              <a:defRPr sz="3200" b="0" i="0" u="none" strike="noStrike" cap="none">
                <a:solidFill>
                  <a:srgbClr val="F08E1B"/>
                </a:solidFill>
                <a:latin typeface="Quattrocento Sans"/>
                <a:ea typeface="Quattrocento Sans"/>
                <a:cs typeface="Quattrocento Sans"/>
                <a:sym typeface="Quattrocento Sans"/>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6" name="Shape 16"/>
          <p:cNvSpPr txBox="1">
            <a:spLocks noGrp="1"/>
          </p:cNvSpPr>
          <p:nvPr>
            <p:ph type="body" idx="1"/>
          </p:nvPr>
        </p:nvSpPr>
        <p:spPr>
          <a:xfrm>
            <a:off x="774700" y="2427289"/>
            <a:ext cx="9850966" cy="1362075"/>
          </a:xfrm>
          <a:prstGeom prst="rect">
            <a:avLst/>
          </a:prstGeom>
          <a:noFill/>
          <a:ln>
            <a:noFill/>
          </a:ln>
        </p:spPr>
        <p:txBody>
          <a:bodyPr lIns="91425" tIns="91425" rIns="91425" bIns="91425" anchor="t" anchorCtr="0"/>
          <a:lstStyle>
            <a:lvl1pPr marL="0" marR="0" lvl="0" indent="0" algn="l" rtl="0">
              <a:lnSpc>
                <a:spcPct val="100000"/>
              </a:lnSpc>
              <a:spcBef>
                <a:spcPts val="560"/>
              </a:spcBef>
              <a:spcAft>
                <a:spcPts val="0"/>
              </a:spcAft>
              <a:buClr>
                <a:srgbClr val="E89636"/>
              </a:buClr>
              <a:buFont typeface="Arial"/>
              <a:buChar char="●"/>
              <a:defRPr sz="2800" b="0" i="0" u="none" strike="noStrike" cap="none">
                <a:solidFill>
                  <a:srgbClr val="E89636"/>
                </a:solidFill>
                <a:latin typeface="Calibri"/>
                <a:ea typeface="Calibri"/>
                <a:cs typeface="Calibri"/>
                <a:sym typeface="Calibri"/>
              </a:defRPr>
            </a:lvl1pPr>
            <a:lvl2pPr marL="457200" marR="0" lvl="1" indent="0" algn="l" rtl="0">
              <a:spcBef>
                <a:spcPts val="480"/>
              </a:spcBef>
              <a:buClr>
                <a:schemeClr val="dk1"/>
              </a:buClr>
              <a:buFont typeface="Arial"/>
              <a:buChar char="○"/>
              <a:defRPr sz="2400" b="0" i="0" u="none" strike="noStrike" cap="none">
                <a:solidFill>
                  <a:schemeClr val="dk1"/>
                </a:solidFill>
                <a:latin typeface="Calibri"/>
                <a:ea typeface="Calibri"/>
                <a:cs typeface="Calibri"/>
                <a:sym typeface="Calibri"/>
              </a:defRPr>
            </a:lvl2pPr>
            <a:lvl3pPr marL="914400" marR="0" lvl="2" indent="0" algn="l" rtl="0">
              <a:spcBef>
                <a:spcPts val="400"/>
              </a:spcBef>
              <a:buClr>
                <a:schemeClr val="dk1"/>
              </a:buClr>
              <a:buFont typeface="Arial"/>
              <a:buChar char="■"/>
              <a:defRPr sz="2000" b="0" i="0" u="none" strike="noStrike" cap="none">
                <a:solidFill>
                  <a:schemeClr val="dk1"/>
                </a:solidFill>
                <a:latin typeface="Calibri"/>
                <a:ea typeface="Calibri"/>
                <a:cs typeface="Calibri"/>
                <a:sym typeface="Calibri"/>
              </a:defRPr>
            </a:lvl3pPr>
            <a:lvl4pPr marL="1371600" marR="0" lvl="3" indent="0" algn="l" rtl="0">
              <a:spcBef>
                <a:spcPts val="360"/>
              </a:spcBef>
              <a:buClr>
                <a:schemeClr val="dk1"/>
              </a:buClr>
              <a:buFont typeface="Arial"/>
              <a:buChar char="●"/>
              <a:defRPr sz="1800" b="0" i="0" u="none" strike="noStrike" cap="none">
                <a:solidFill>
                  <a:schemeClr val="dk1"/>
                </a:solidFill>
                <a:latin typeface="Calibri"/>
                <a:ea typeface="Calibri"/>
                <a:cs typeface="Calibri"/>
                <a:sym typeface="Calibri"/>
              </a:defRPr>
            </a:lvl4pPr>
            <a:lvl5pPr marL="1828800" marR="0" lvl="4" indent="0" algn="l" rtl="0">
              <a:spcBef>
                <a:spcPts val="360"/>
              </a:spcBef>
              <a:buClr>
                <a:schemeClr val="dk1"/>
              </a:buClr>
              <a:buFont typeface="Arial"/>
              <a:buChar char="○"/>
              <a:defRPr sz="1800" b="0" i="0" u="none" strike="noStrike" cap="none">
                <a:solidFill>
                  <a:schemeClr val="dk1"/>
                </a:solidFill>
                <a:latin typeface="Calibri"/>
                <a:ea typeface="Calibri"/>
                <a:cs typeface="Calibri"/>
                <a:sym typeface="Calibri"/>
              </a:defRPr>
            </a:lvl5pPr>
            <a:lvl6pPr marL="2514600" marR="0" lvl="5" indent="-101600" algn="r" rtl="1">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r" rtl="1">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r" rtl="1">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r" rtl="1">
              <a:spcBef>
                <a:spcPts val="4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5507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5414" y="476673"/>
            <a:ext cx="11232357" cy="1015489"/>
          </a:xfrm>
          <a:prstGeom prst="rect">
            <a:avLst/>
          </a:prstGeom>
          <a:ln>
            <a:noFill/>
          </a:ln>
          <a:effectLst/>
        </p:spPr>
        <p:txBody>
          <a:bodyPr vert="horz" lIns="0" tIns="0" rIns="91440" bIns="45720" rtlCol="0" anchor="t" anchorCtr="0">
            <a:normAutofit/>
          </a:bodyPr>
          <a:lstStyle/>
          <a:p>
            <a:endParaRPr lang="en-US" dirty="0"/>
          </a:p>
        </p:txBody>
      </p:sp>
      <p:cxnSp>
        <p:nvCxnSpPr>
          <p:cNvPr id="3" name="Straight Connector 2"/>
          <p:cNvCxnSpPr/>
          <p:nvPr/>
        </p:nvCxnSpPr>
        <p:spPr>
          <a:xfrm flipV="1">
            <a:off x="814917" y="6309320"/>
            <a:ext cx="10602539" cy="1578"/>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69363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Lst>
  <p:hf sldNum="0" hdr="0" ftr="0" dt="0"/>
  <p:txStyles>
    <p:titleStyle>
      <a:lvl1pPr algn="l" defTabSz="914400" rtl="1" eaLnBrk="1" latinLnBrk="0" hangingPunct="1">
        <a:spcBef>
          <a:spcPct val="0"/>
        </a:spcBef>
        <a:buNone/>
        <a:defRPr lang="en-US" sz="4000" b="0" kern="1200" dirty="0" smtClean="0">
          <a:ln w="3175">
            <a:noFill/>
          </a:ln>
          <a:solidFill>
            <a:srgbClr val="F08E1B"/>
          </a:solidFill>
          <a:effectLst/>
          <a:latin typeface="Segoe Light" panose="020B0302040504020203" pitchFamily="34" charset="0"/>
          <a:ea typeface="+mn-ea"/>
          <a:cs typeface="Segoe UI" panose="020B0502040204020203" pitchFamily="34" charset="0"/>
        </a:defRPr>
      </a:lvl1pPr>
    </p:titleStyle>
    <p:bodyStyle>
      <a:lvl1pPr marL="342900" indent="-34290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1064">
          <p15:clr>
            <a:srgbClr val="F26B43"/>
          </p15:clr>
        </p15:guide>
        <p15:guide id="3" pos="54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Shape 75"/>
          <p:cNvSpPr txBox="1">
            <a:spLocks noGrp="1"/>
          </p:cNvSpPr>
          <p:nvPr>
            <p:ph type="ctrTitle"/>
          </p:nvPr>
        </p:nvSpPr>
        <p:spPr>
          <a:prstGeom prst="rect">
            <a:avLst/>
          </a:prstGeom>
          <a:noFill/>
          <a:ln>
            <a:noFill/>
          </a:ln>
        </p:spPr>
        <p:txBody>
          <a:bodyPr lIns="0" tIns="45700" rIns="91425" bIns="45700" anchor="t" anchorCtr="0">
            <a:noAutofit/>
          </a:bodyPr>
          <a:lstStyle/>
          <a:p>
            <a:pPr marL="0" marR="0" lvl="0" indent="0" algn="l" rtl="0">
              <a:spcBef>
                <a:spcPts val="0"/>
              </a:spcBef>
              <a:buClr>
                <a:srgbClr val="F08E1B"/>
              </a:buClr>
              <a:buSzPct val="25000"/>
              <a:buFont typeface="Quattrocento Sans"/>
              <a:buNone/>
            </a:pPr>
            <a:r>
              <a:rPr lang="en-US" sz="4000" dirty="0"/>
              <a:t>MongoDB for Developers</a:t>
            </a:r>
            <a:br>
              <a:rPr lang="en-US" sz="4000" dirty="0"/>
            </a:br>
            <a:br>
              <a:rPr lang="en-US" sz="4000" dirty="0"/>
            </a:br>
            <a:br>
              <a:rPr lang="en-US" sz="4000" dirty="0"/>
            </a:br>
            <a:endParaRPr lang="en-US" sz="4000" dirty="0"/>
          </a:p>
        </p:txBody>
      </p:sp>
      <p:sp>
        <p:nvSpPr>
          <p:cNvPr id="2" name="Text Placeholder 1"/>
          <p:cNvSpPr>
            <a:spLocks noGrp="1"/>
          </p:cNvSpPr>
          <p:nvPr>
            <p:ph type="body" sz="quarter" idx="10"/>
          </p:nvPr>
        </p:nvSpPr>
        <p:spPr/>
        <p:txBody>
          <a:bodyPr/>
          <a:lstStyle/>
          <a:p>
            <a:r>
              <a:rPr lang="en-US" dirty="0"/>
              <a:t>Module 04 - Indexers</a:t>
            </a:r>
            <a:endParaRPr lang="he-I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85E18-70D0-451D-B20C-6C8AEC64FA17}"/>
              </a:ext>
            </a:extLst>
          </p:cNvPr>
          <p:cNvSpPr>
            <a:spLocks noGrp="1"/>
          </p:cNvSpPr>
          <p:nvPr>
            <p:ph type="title"/>
          </p:nvPr>
        </p:nvSpPr>
        <p:spPr/>
        <p:txBody>
          <a:bodyPr/>
          <a:lstStyle/>
          <a:p>
            <a:r>
              <a:rPr lang="en-US" dirty="0"/>
              <a:t>MongoDB Indexes</a:t>
            </a:r>
          </a:p>
        </p:txBody>
      </p:sp>
      <p:pic>
        <p:nvPicPr>
          <p:cNvPr id="4" name="Picture 3">
            <a:extLst>
              <a:ext uri="{FF2B5EF4-FFF2-40B4-BE49-F238E27FC236}">
                <a16:creationId xmlns:a16="http://schemas.microsoft.com/office/drawing/2014/main" id="{3E7874F6-557C-44E0-8AC2-90E1AD439BD1}"/>
              </a:ext>
            </a:extLst>
          </p:cNvPr>
          <p:cNvPicPr>
            <a:picLocks noChangeAspect="1"/>
          </p:cNvPicPr>
          <p:nvPr/>
        </p:nvPicPr>
        <p:blipFill>
          <a:blip r:embed="rId3"/>
          <a:stretch>
            <a:fillRect/>
          </a:stretch>
        </p:blipFill>
        <p:spPr>
          <a:xfrm>
            <a:off x="781428" y="1268678"/>
            <a:ext cx="9395725" cy="4989618"/>
          </a:xfrm>
          <a:prstGeom prst="rect">
            <a:avLst/>
          </a:prstGeom>
        </p:spPr>
      </p:pic>
    </p:spTree>
    <p:extLst>
      <p:ext uri="{BB962C8B-B14F-4D97-AF65-F5344CB8AC3E}">
        <p14:creationId xmlns:p14="http://schemas.microsoft.com/office/powerpoint/2010/main" val="379146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26F94-E7DB-4B49-AD7F-9B0B2BFE5C69}"/>
              </a:ext>
            </a:extLst>
          </p:cNvPr>
          <p:cNvSpPr>
            <a:spLocks noGrp="1"/>
          </p:cNvSpPr>
          <p:nvPr>
            <p:ph type="title"/>
          </p:nvPr>
        </p:nvSpPr>
        <p:spPr/>
        <p:txBody>
          <a:bodyPr/>
          <a:lstStyle/>
          <a:p>
            <a:r>
              <a:rPr lang="en-US" dirty="0"/>
              <a:t>MongoDB Indexes - Introduction</a:t>
            </a:r>
          </a:p>
        </p:txBody>
      </p:sp>
      <p:sp>
        <p:nvSpPr>
          <p:cNvPr id="3" name="Text Placeholder 2">
            <a:extLst>
              <a:ext uri="{FF2B5EF4-FFF2-40B4-BE49-F238E27FC236}">
                <a16:creationId xmlns:a16="http://schemas.microsoft.com/office/drawing/2014/main" id="{A2FAC68A-756E-4DBA-9003-2D1C9042211A}"/>
              </a:ext>
            </a:extLst>
          </p:cNvPr>
          <p:cNvSpPr>
            <a:spLocks noGrp="1"/>
          </p:cNvSpPr>
          <p:nvPr>
            <p:ph idx="1"/>
          </p:nvPr>
        </p:nvSpPr>
        <p:spPr/>
        <p:txBody>
          <a:bodyPr/>
          <a:lstStyle/>
          <a:p>
            <a:r>
              <a:rPr lang="en-US" dirty="0"/>
              <a:t>Support efficient execution of queries, by eliminating </a:t>
            </a:r>
            <a:r>
              <a:rPr lang="en-US" b="1" dirty="0"/>
              <a:t>collection scan</a:t>
            </a:r>
            <a:r>
              <a:rPr lang="en-US" dirty="0"/>
              <a:t>, which scan every document in the collection</a:t>
            </a:r>
          </a:p>
          <a:p>
            <a:endParaRPr lang="en-US" dirty="0"/>
          </a:p>
          <a:p>
            <a:r>
              <a:rPr lang="en-US" dirty="0"/>
              <a:t>Instead of collection scan , Mongo can use the index to significant limit the number of documents it must examine</a:t>
            </a:r>
          </a:p>
          <a:p>
            <a:endParaRPr lang="en-US" dirty="0"/>
          </a:p>
          <a:p>
            <a:r>
              <a:rPr lang="en-US" dirty="0"/>
              <a:t>Are similar to other to indexes in other databases (B-Tree)</a:t>
            </a:r>
          </a:p>
          <a:p>
            <a:endParaRPr lang="en-US" dirty="0"/>
          </a:p>
          <a:p>
            <a:r>
              <a:rPr lang="en-US" dirty="0"/>
              <a:t>Indexes make the </a:t>
            </a:r>
            <a:r>
              <a:rPr lang="en-US" b="1" dirty="0"/>
              <a:t>reads faster at the expense of slower writes</a:t>
            </a:r>
          </a:p>
          <a:p>
            <a:endParaRPr lang="en-US" dirty="0"/>
          </a:p>
        </p:txBody>
      </p:sp>
    </p:spTree>
    <p:extLst>
      <p:ext uri="{BB962C8B-B14F-4D97-AF65-F5344CB8AC3E}">
        <p14:creationId xmlns:p14="http://schemas.microsoft.com/office/powerpoint/2010/main" val="2247239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0E4DE-4DC4-4341-8C39-0A132FEFFAF7}"/>
              </a:ext>
            </a:extLst>
          </p:cNvPr>
          <p:cNvSpPr>
            <a:spLocks noGrp="1"/>
          </p:cNvSpPr>
          <p:nvPr>
            <p:ph type="title"/>
          </p:nvPr>
        </p:nvSpPr>
        <p:spPr/>
        <p:txBody>
          <a:bodyPr/>
          <a:lstStyle/>
          <a:p>
            <a:r>
              <a:rPr lang="en-US" dirty="0"/>
              <a:t>MongoDB Manage Indexes</a:t>
            </a:r>
          </a:p>
        </p:txBody>
      </p:sp>
      <p:sp>
        <p:nvSpPr>
          <p:cNvPr id="3" name="Text Placeholder 2">
            <a:extLst>
              <a:ext uri="{FF2B5EF4-FFF2-40B4-BE49-F238E27FC236}">
                <a16:creationId xmlns:a16="http://schemas.microsoft.com/office/drawing/2014/main" id="{9201554B-63C2-45CE-9664-91CD6EFB559D}"/>
              </a:ext>
            </a:extLst>
          </p:cNvPr>
          <p:cNvSpPr>
            <a:spLocks noGrp="1"/>
          </p:cNvSpPr>
          <p:nvPr>
            <p:ph idx="1"/>
          </p:nvPr>
        </p:nvSpPr>
        <p:spPr>
          <a:xfrm>
            <a:off x="381071" y="1268678"/>
            <a:ext cx="10657183" cy="4648199"/>
          </a:xfrm>
        </p:spPr>
        <p:txBody>
          <a:bodyPr/>
          <a:lstStyle/>
          <a:p>
            <a:r>
              <a:rPr lang="en-US" dirty="0"/>
              <a:t>Create index:</a:t>
            </a:r>
          </a:p>
          <a:p>
            <a:pPr marL="177800" indent="0">
              <a:buNone/>
            </a:pPr>
            <a:r>
              <a:rPr lang="en-US" dirty="0"/>
              <a:t> </a:t>
            </a:r>
          </a:p>
          <a:p>
            <a:endParaRPr lang="en-US" dirty="0"/>
          </a:p>
          <a:p>
            <a:r>
              <a:rPr lang="en-US" dirty="0"/>
              <a:t>List all indexes:</a:t>
            </a:r>
          </a:p>
          <a:p>
            <a:pPr lvl="1"/>
            <a:endParaRPr lang="en-US" dirty="0"/>
          </a:p>
          <a:p>
            <a:pPr lvl="1"/>
            <a:endParaRPr lang="en-US" dirty="0"/>
          </a:p>
          <a:p>
            <a:pPr lvl="1"/>
            <a:endParaRPr lang="en-US" dirty="0"/>
          </a:p>
          <a:p>
            <a:endParaRPr lang="en-US" dirty="0"/>
          </a:p>
          <a:p>
            <a:r>
              <a:rPr lang="en-US" dirty="0"/>
              <a:t>Drop index: </a:t>
            </a:r>
          </a:p>
        </p:txBody>
      </p:sp>
      <p:pic>
        <p:nvPicPr>
          <p:cNvPr id="6" name="Picture 5">
            <a:extLst>
              <a:ext uri="{FF2B5EF4-FFF2-40B4-BE49-F238E27FC236}">
                <a16:creationId xmlns:a16="http://schemas.microsoft.com/office/drawing/2014/main" id="{37F1C88A-9BE8-409B-A5A7-1B9D582053DA}"/>
              </a:ext>
            </a:extLst>
          </p:cNvPr>
          <p:cNvPicPr>
            <a:picLocks noChangeAspect="1"/>
          </p:cNvPicPr>
          <p:nvPr/>
        </p:nvPicPr>
        <p:blipFill>
          <a:blip r:embed="rId3"/>
          <a:stretch>
            <a:fillRect/>
          </a:stretch>
        </p:blipFill>
        <p:spPr>
          <a:xfrm>
            <a:off x="3457575" y="2971252"/>
            <a:ext cx="7580679" cy="1600200"/>
          </a:xfrm>
          <a:prstGeom prst="rect">
            <a:avLst/>
          </a:prstGeom>
        </p:spPr>
      </p:pic>
      <p:pic>
        <p:nvPicPr>
          <p:cNvPr id="8" name="Picture 7">
            <a:extLst>
              <a:ext uri="{FF2B5EF4-FFF2-40B4-BE49-F238E27FC236}">
                <a16:creationId xmlns:a16="http://schemas.microsoft.com/office/drawing/2014/main" id="{76989A9A-E64D-4D4E-973F-7061D326FE4D}"/>
              </a:ext>
            </a:extLst>
          </p:cNvPr>
          <p:cNvPicPr>
            <a:picLocks noChangeAspect="1"/>
          </p:cNvPicPr>
          <p:nvPr/>
        </p:nvPicPr>
        <p:blipFill>
          <a:blip r:embed="rId4"/>
          <a:stretch>
            <a:fillRect/>
          </a:stretch>
        </p:blipFill>
        <p:spPr>
          <a:xfrm>
            <a:off x="3457575" y="5291451"/>
            <a:ext cx="6467475" cy="590550"/>
          </a:xfrm>
          <a:prstGeom prst="rect">
            <a:avLst/>
          </a:prstGeom>
        </p:spPr>
      </p:pic>
      <p:pic>
        <p:nvPicPr>
          <p:cNvPr id="9" name="Picture 8">
            <a:extLst>
              <a:ext uri="{FF2B5EF4-FFF2-40B4-BE49-F238E27FC236}">
                <a16:creationId xmlns:a16="http://schemas.microsoft.com/office/drawing/2014/main" id="{5581566A-5610-4344-82C1-B78851CF4392}"/>
              </a:ext>
            </a:extLst>
          </p:cNvPr>
          <p:cNvPicPr>
            <a:picLocks noChangeAspect="1"/>
          </p:cNvPicPr>
          <p:nvPr/>
        </p:nvPicPr>
        <p:blipFill>
          <a:blip r:embed="rId5"/>
          <a:stretch>
            <a:fillRect/>
          </a:stretch>
        </p:blipFill>
        <p:spPr>
          <a:xfrm>
            <a:off x="3457576" y="1405310"/>
            <a:ext cx="7905750" cy="1000125"/>
          </a:xfrm>
          <a:prstGeom prst="rect">
            <a:avLst/>
          </a:prstGeom>
        </p:spPr>
      </p:pic>
      <p:pic>
        <p:nvPicPr>
          <p:cNvPr id="10" name="Picture 9">
            <a:extLst>
              <a:ext uri="{FF2B5EF4-FFF2-40B4-BE49-F238E27FC236}">
                <a16:creationId xmlns:a16="http://schemas.microsoft.com/office/drawing/2014/main" id="{A5166202-8201-4B57-84FB-D6DDCB7D35D5}"/>
              </a:ext>
            </a:extLst>
          </p:cNvPr>
          <p:cNvPicPr>
            <a:picLocks noChangeAspect="1"/>
          </p:cNvPicPr>
          <p:nvPr/>
        </p:nvPicPr>
        <p:blipFill>
          <a:blip r:embed="rId6"/>
          <a:stretch>
            <a:fillRect/>
          </a:stretch>
        </p:blipFill>
        <p:spPr>
          <a:xfrm>
            <a:off x="3457575" y="2515600"/>
            <a:ext cx="4076700" cy="304800"/>
          </a:xfrm>
          <a:prstGeom prst="rect">
            <a:avLst/>
          </a:prstGeom>
        </p:spPr>
      </p:pic>
      <p:pic>
        <p:nvPicPr>
          <p:cNvPr id="11" name="Picture 10">
            <a:extLst>
              <a:ext uri="{FF2B5EF4-FFF2-40B4-BE49-F238E27FC236}">
                <a16:creationId xmlns:a16="http://schemas.microsoft.com/office/drawing/2014/main" id="{1BD40933-B95C-42E7-BFF0-96786CCA2F5A}"/>
              </a:ext>
            </a:extLst>
          </p:cNvPr>
          <p:cNvPicPr>
            <a:picLocks noChangeAspect="1"/>
          </p:cNvPicPr>
          <p:nvPr/>
        </p:nvPicPr>
        <p:blipFill>
          <a:blip r:embed="rId7"/>
          <a:stretch>
            <a:fillRect/>
          </a:stretch>
        </p:blipFill>
        <p:spPr>
          <a:xfrm>
            <a:off x="3457575" y="4722304"/>
            <a:ext cx="2533650" cy="276225"/>
          </a:xfrm>
          <a:prstGeom prst="rect">
            <a:avLst/>
          </a:prstGeom>
        </p:spPr>
      </p:pic>
      <p:pic>
        <p:nvPicPr>
          <p:cNvPr id="12" name="Picture 11">
            <a:extLst>
              <a:ext uri="{FF2B5EF4-FFF2-40B4-BE49-F238E27FC236}">
                <a16:creationId xmlns:a16="http://schemas.microsoft.com/office/drawing/2014/main" id="{19E6AEAD-F549-4BED-A084-E30D913C837D}"/>
              </a:ext>
            </a:extLst>
          </p:cNvPr>
          <p:cNvPicPr>
            <a:picLocks noChangeAspect="1"/>
          </p:cNvPicPr>
          <p:nvPr/>
        </p:nvPicPr>
        <p:blipFill>
          <a:blip r:embed="rId8"/>
          <a:stretch>
            <a:fillRect/>
          </a:stretch>
        </p:blipFill>
        <p:spPr>
          <a:xfrm>
            <a:off x="3457575" y="6000651"/>
            <a:ext cx="3933825" cy="276225"/>
          </a:xfrm>
          <a:prstGeom prst="rect">
            <a:avLst/>
          </a:prstGeom>
        </p:spPr>
      </p:pic>
      <p:sp>
        <p:nvSpPr>
          <p:cNvPr id="13" name="TextBox 12">
            <a:extLst>
              <a:ext uri="{FF2B5EF4-FFF2-40B4-BE49-F238E27FC236}">
                <a16:creationId xmlns:a16="http://schemas.microsoft.com/office/drawing/2014/main" id="{882DE219-E62F-4EAE-B16C-FD87E14E49FB}"/>
              </a:ext>
            </a:extLst>
          </p:cNvPr>
          <p:cNvSpPr txBox="1"/>
          <p:nvPr/>
        </p:nvSpPr>
        <p:spPr>
          <a:xfrm>
            <a:off x="8987790" y="715160"/>
            <a:ext cx="1676400" cy="523220"/>
          </a:xfrm>
          <a:prstGeom prst="rect">
            <a:avLst/>
          </a:prstGeom>
          <a:noFill/>
        </p:spPr>
        <p:txBody>
          <a:bodyPr wrap="square" rtlCol="0">
            <a:spAutoFit/>
          </a:bodyPr>
          <a:lstStyle/>
          <a:p>
            <a:r>
              <a:rPr lang="en-US" b="1" dirty="0">
                <a:solidFill>
                  <a:schemeClr val="bg1"/>
                </a:solidFill>
              </a:rPr>
              <a:t>Python</a:t>
            </a:r>
          </a:p>
          <a:p>
            <a:r>
              <a:rPr lang="en-US" b="1" dirty="0">
                <a:solidFill>
                  <a:schemeClr val="tx1"/>
                </a:solidFill>
              </a:rPr>
              <a:t>Mongo Shell</a:t>
            </a:r>
          </a:p>
        </p:txBody>
      </p:sp>
    </p:spTree>
    <p:extLst>
      <p:ext uri="{BB962C8B-B14F-4D97-AF65-F5344CB8AC3E}">
        <p14:creationId xmlns:p14="http://schemas.microsoft.com/office/powerpoint/2010/main" val="2238961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3EBC-C79C-4FC9-AC6E-A45DBB9431AE}"/>
              </a:ext>
            </a:extLst>
          </p:cNvPr>
          <p:cNvSpPr>
            <a:spLocks noGrp="1"/>
          </p:cNvSpPr>
          <p:nvPr>
            <p:ph type="title"/>
          </p:nvPr>
        </p:nvSpPr>
        <p:spPr/>
        <p:txBody>
          <a:bodyPr/>
          <a:lstStyle/>
          <a:p>
            <a:r>
              <a:rPr lang="en-US" dirty="0"/>
              <a:t>MongoDB Index Types </a:t>
            </a:r>
          </a:p>
        </p:txBody>
      </p:sp>
      <p:sp>
        <p:nvSpPr>
          <p:cNvPr id="3" name="Text Placeholder 2">
            <a:extLst>
              <a:ext uri="{FF2B5EF4-FFF2-40B4-BE49-F238E27FC236}">
                <a16:creationId xmlns:a16="http://schemas.microsoft.com/office/drawing/2014/main" id="{AD8741B2-D435-4993-8306-DEEF07101FD0}"/>
              </a:ext>
            </a:extLst>
          </p:cNvPr>
          <p:cNvSpPr>
            <a:spLocks noGrp="1"/>
          </p:cNvSpPr>
          <p:nvPr>
            <p:ph idx="1"/>
          </p:nvPr>
        </p:nvSpPr>
        <p:spPr/>
        <p:txBody>
          <a:bodyPr/>
          <a:lstStyle/>
          <a:p>
            <a:r>
              <a:rPr lang="en-US" b="1" dirty="0"/>
              <a:t>Single field</a:t>
            </a:r>
            <a:r>
              <a:rPr lang="en-US" dirty="0"/>
              <a:t> – index on a single field of the document.</a:t>
            </a:r>
          </a:p>
          <a:p>
            <a:r>
              <a:rPr lang="en-US" dirty="0"/>
              <a:t>For example, mongo creates a </a:t>
            </a:r>
            <a:r>
              <a:rPr lang="en-US" b="1" dirty="0"/>
              <a:t>unique single field index</a:t>
            </a:r>
            <a:r>
              <a:rPr lang="en-US" dirty="0"/>
              <a:t> on the _id field, at the process of collection creation</a:t>
            </a:r>
          </a:p>
          <a:p>
            <a:endParaRPr lang="en-US" dirty="0"/>
          </a:p>
          <a:p>
            <a:r>
              <a:rPr lang="en-US" b="1" dirty="0"/>
              <a:t>Compound index</a:t>
            </a:r>
            <a:r>
              <a:rPr lang="en-US" dirty="0"/>
              <a:t> – one index on multiple fields of the document</a:t>
            </a:r>
          </a:p>
          <a:p>
            <a:endParaRPr lang="en-US" dirty="0"/>
          </a:p>
          <a:p>
            <a:r>
              <a:rPr lang="en-US" b="1" dirty="0"/>
              <a:t>Multikey index</a:t>
            </a:r>
            <a:r>
              <a:rPr lang="en-US" dirty="0"/>
              <a:t> – index for </a:t>
            </a:r>
            <a:r>
              <a:rPr lang="en-US" b="1" dirty="0"/>
              <a:t>array </a:t>
            </a:r>
            <a:r>
              <a:rPr lang="en-US" dirty="0"/>
              <a:t>fields. It creates an index key for every element in the array</a:t>
            </a:r>
          </a:p>
        </p:txBody>
      </p:sp>
    </p:spTree>
    <p:extLst>
      <p:ext uri="{BB962C8B-B14F-4D97-AF65-F5344CB8AC3E}">
        <p14:creationId xmlns:p14="http://schemas.microsoft.com/office/powerpoint/2010/main" val="511934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AC80F-D36A-4616-8696-0B6950528BCE}"/>
              </a:ext>
            </a:extLst>
          </p:cNvPr>
          <p:cNvSpPr>
            <a:spLocks noGrp="1"/>
          </p:cNvSpPr>
          <p:nvPr>
            <p:ph type="title"/>
          </p:nvPr>
        </p:nvSpPr>
        <p:spPr/>
        <p:txBody>
          <a:bodyPr/>
          <a:lstStyle/>
          <a:p>
            <a:r>
              <a:rPr lang="en-US" dirty="0"/>
              <a:t>MongoDB Index Types  - Examples</a:t>
            </a:r>
          </a:p>
        </p:txBody>
      </p:sp>
      <p:sp>
        <p:nvSpPr>
          <p:cNvPr id="3" name="Text Placeholder 2">
            <a:extLst>
              <a:ext uri="{FF2B5EF4-FFF2-40B4-BE49-F238E27FC236}">
                <a16:creationId xmlns:a16="http://schemas.microsoft.com/office/drawing/2014/main" id="{FFBF5ACE-08A7-472D-AEA4-00C2AC54327A}"/>
              </a:ext>
            </a:extLst>
          </p:cNvPr>
          <p:cNvSpPr>
            <a:spLocks noGrp="1"/>
          </p:cNvSpPr>
          <p:nvPr>
            <p:ph idx="1"/>
          </p:nvPr>
        </p:nvSpPr>
        <p:spPr>
          <a:xfrm>
            <a:off x="621102" y="1268678"/>
            <a:ext cx="10657183" cy="4648199"/>
          </a:xfrm>
        </p:spPr>
        <p:txBody>
          <a:bodyPr>
            <a:normAutofit lnSpcReduction="10000"/>
          </a:bodyPr>
          <a:lstStyle/>
          <a:p>
            <a:r>
              <a:rPr lang="en-US" dirty="0"/>
              <a:t> Compound index:</a:t>
            </a:r>
          </a:p>
          <a:p>
            <a:endParaRPr lang="en-US" dirty="0"/>
          </a:p>
          <a:p>
            <a:endParaRPr lang="en-US" dirty="0"/>
          </a:p>
          <a:p>
            <a:endParaRPr lang="en-US" dirty="0"/>
          </a:p>
          <a:p>
            <a:endParaRPr lang="en-US" dirty="0"/>
          </a:p>
          <a:p>
            <a:r>
              <a:rPr lang="en-US" dirty="0"/>
              <a:t> Multikey index:</a:t>
            </a:r>
          </a:p>
          <a:p>
            <a:pPr lvl="1"/>
            <a:r>
              <a:rPr lang="en-US" dirty="0"/>
              <a:t> For the given doc, we can create multikey compound </a:t>
            </a:r>
          </a:p>
          <a:p>
            <a:pPr marL="609600" lvl="1" indent="0">
              <a:buNone/>
            </a:pPr>
            <a:r>
              <a:rPr lang="en-US" dirty="0"/>
              <a:t>Index, on the fields:</a:t>
            </a:r>
          </a:p>
          <a:p>
            <a:pPr lvl="2"/>
            <a:r>
              <a:rPr lang="en-US" dirty="0"/>
              <a:t> (writers) </a:t>
            </a:r>
          </a:p>
          <a:p>
            <a:pPr lvl="2"/>
            <a:r>
              <a:rPr lang="en-US" dirty="0"/>
              <a:t> even for (director, writers)</a:t>
            </a:r>
          </a:p>
          <a:p>
            <a:pPr lvl="2"/>
            <a:r>
              <a:rPr lang="en-US" dirty="0"/>
              <a:t> </a:t>
            </a:r>
            <a:r>
              <a:rPr lang="en-US" b="1" dirty="0"/>
              <a:t>but not </a:t>
            </a:r>
            <a:r>
              <a:rPr lang="en-US" dirty="0"/>
              <a:t>for the fields (writers, actors)</a:t>
            </a:r>
          </a:p>
        </p:txBody>
      </p:sp>
      <p:sp>
        <p:nvSpPr>
          <p:cNvPr id="4" name="Rectangle 3">
            <a:extLst>
              <a:ext uri="{FF2B5EF4-FFF2-40B4-BE49-F238E27FC236}">
                <a16:creationId xmlns:a16="http://schemas.microsoft.com/office/drawing/2014/main" id="{B9ADAF06-09F2-43A9-90CF-B41C23D9B6BC}"/>
              </a:ext>
            </a:extLst>
          </p:cNvPr>
          <p:cNvSpPr/>
          <p:nvPr/>
        </p:nvSpPr>
        <p:spPr>
          <a:xfrm>
            <a:off x="4688890" y="1268678"/>
            <a:ext cx="3839880" cy="272550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C6F6995-9BDF-4766-A9CD-E49C26AF2ACE}"/>
              </a:ext>
            </a:extLst>
          </p:cNvPr>
          <p:cNvSpPr txBox="1"/>
          <p:nvPr/>
        </p:nvSpPr>
        <p:spPr>
          <a:xfrm>
            <a:off x="4768900" y="1365287"/>
            <a:ext cx="3943350" cy="954107"/>
          </a:xfrm>
          <a:prstGeom prst="rect">
            <a:avLst/>
          </a:prstGeom>
          <a:noFill/>
        </p:spPr>
        <p:txBody>
          <a:bodyPr wrap="square" rtlCol="0">
            <a:spAutoFit/>
          </a:bodyPr>
          <a:lstStyle/>
          <a:p>
            <a:r>
              <a:rPr lang="en-US" b="1" dirty="0"/>
              <a:t>Index definition: (name, age, gender)</a:t>
            </a:r>
          </a:p>
          <a:p>
            <a:endParaRPr lang="en-US" b="1" dirty="0"/>
          </a:p>
          <a:p>
            <a:endParaRPr lang="en-US" b="1" dirty="0"/>
          </a:p>
          <a:p>
            <a:endParaRPr lang="en-US" dirty="0"/>
          </a:p>
        </p:txBody>
      </p:sp>
      <p:graphicFrame>
        <p:nvGraphicFramePr>
          <p:cNvPr id="7" name="Table 6">
            <a:extLst>
              <a:ext uri="{FF2B5EF4-FFF2-40B4-BE49-F238E27FC236}">
                <a16:creationId xmlns:a16="http://schemas.microsoft.com/office/drawing/2014/main" id="{13CE0728-9E06-4405-92D7-0B06C2B29538}"/>
              </a:ext>
            </a:extLst>
          </p:cNvPr>
          <p:cNvGraphicFramePr>
            <a:graphicFrameLocks noGrp="1"/>
          </p:cNvGraphicFramePr>
          <p:nvPr>
            <p:extLst>
              <p:ext uri="{D42A27DB-BD31-4B8C-83A1-F6EECF244321}">
                <p14:modId xmlns:p14="http://schemas.microsoft.com/office/powerpoint/2010/main" val="1802094090"/>
              </p:ext>
            </p:extLst>
          </p:nvPr>
        </p:nvGraphicFramePr>
        <p:xfrm>
          <a:off x="4923294" y="1745676"/>
          <a:ext cx="3371072" cy="2059269"/>
        </p:xfrm>
        <a:graphic>
          <a:graphicData uri="http://schemas.openxmlformats.org/drawingml/2006/table">
            <a:tbl>
              <a:tblPr firstRow="1" bandRow="1">
                <a:tableStyleId>{D3235AE6-15F8-46D2-A07B-7901452A5957}</a:tableStyleId>
              </a:tblPr>
              <a:tblGrid>
                <a:gridCol w="1685536">
                  <a:extLst>
                    <a:ext uri="{9D8B030D-6E8A-4147-A177-3AD203B41FA5}">
                      <a16:colId xmlns:a16="http://schemas.microsoft.com/office/drawing/2014/main" val="2572903589"/>
                    </a:ext>
                  </a:extLst>
                </a:gridCol>
                <a:gridCol w="1685536">
                  <a:extLst>
                    <a:ext uri="{9D8B030D-6E8A-4147-A177-3AD203B41FA5}">
                      <a16:colId xmlns:a16="http://schemas.microsoft.com/office/drawing/2014/main" val="328904167"/>
                    </a:ext>
                  </a:extLst>
                </a:gridCol>
              </a:tblGrid>
              <a:tr h="236200">
                <a:tc>
                  <a:txBody>
                    <a:bodyPr/>
                    <a:lstStyle/>
                    <a:p>
                      <a:r>
                        <a:rPr lang="en-US" sz="1200" b="1" dirty="0"/>
                        <a:t>Search for</a:t>
                      </a:r>
                      <a:endParaRPr lang="en-US" sz="1200" dirty="0"/>
                    </a:p>
                  </a:txBody>
                  <a:tcPr/>
                </a:tc>
                <a:tc>
                  <a:txBody>
                    <a:bodyPr/>
                    <a:lstStyle/>
                    <a:p>
                      <a:r>
                        <a:rPr lang="en-US" sz="1200" dirty="0"/>
                        <a:t>Use the index</a:t>
                      </a:r>
                    </a:p>
                  </a:txBody>
                  <a:tcPr/>
                </a:tc>
                <a:extLst>
                  <a:ext uri="{0D108BD9-81ED-4DB2-BD59-A6C34878D82A}">
                    <a16:rowId xmlns:a16="http://schemas.microsoft.com/office/drawing/2014/main" val="4134987093"/>
                  </a:ext>
                </a:extLst>
              </a:tr>
              <a:tr h="236200">
                <a:tc>
                  <a:txBody>
                    <a:bodyPr/>
                    <a:lstStyle/>
                    <a:p>
                      <a:r>
                        <a:rPr lang="en-US" sz="1200" dirty="0"/>
                        <a:t>name</a:t>
                      </a:r>
                    </a:p>
                  </a:txBody>
                  <a:tcPr/>
                </a:tc>
                <a:tc>
                  <a:txBody>
                    <a:bodyPr/>
                    <a:lstStyle/>
                    <a:p>
                      <a:r>
                        <a:rPr lang="en-US" sz="1200" dirty="0"/>
                        <a:t>V</a:t>
                      </a:r>
                    </a:p>
                  </a:txBody>
                  <a:tcPr/>
                </a:tc>
                <a:extLst>
                  <a:ext uri="{0D108BD9-81ED-4DB2-BD59-A6C34878D82A}">
                    <a16:rowId xmlns:a16="http://schemas.microsoft.com/office/drawing/2014/main" val="1794252174"/>
                  </a:ext>
                </a:extLst>
              </a:tr>
              <a:tr h="236200">
                <a:tc>
                  <a:txBody>
                    <a:bodyPr/>
                    <a:lstStyle/>
                    <a:p>
                      <a:r>
                        <a:rPr lang="en-US" sz="1200" dirty="0"/>
                        <a:t>name, age</a:t>
                      </a:r>
                    </a:p>
                  </a:txBody>
                  <a:tcPr/>
                </a:tc>
                <a:tc>
                  <a:txBody>
                    <a:bodyPr/>
                    <a:lstStyle/>
                    <a:p>
                      <a:r>
                        <a:rPr lang="en-US" sz="1200" dirty="0"/>
                        <a:t>V</a:t>
                      </a:r>
                    </a:p>
                  </a:txBody>
                  <a:tcPr/>
                </a:tc>
                <a:extLst>
                  <a:ext uri="{0D108BD9-81ED-4DB2-BD59-A6C34878D82A}">
                    <a16:rowId xmlns:a16="http://schemas.microsoft.com/office/drawing/2014/main" val="1187850311"/>
                  </a:ext>
                </a:extLst>
              </a:tr>
              <a:tr h="413349">
                <a:tc>
                  <a:txBody>
                    <a:bodyPr/>
                    <a:lstStyle/>
                    <a:p>
                      <a:r>
                        <a:rPr lang="en-US" sz="1200" dirty="0"/>
                        <a:t>name, age, gender</a:t>
                      </a:r>
                    </a:p>
                  </a:txBody>
                  <a:tcPr/>
                </a:tc>
                <a:tc>
                  <a:txBody>
                    <a:bodyPr/>
                    <a:lstStyle/>
                    <a:p>
                      <a:r>
                        <a:rPr lang="en-US" sz="1200" dirty="0"/>
                        <a:t>V</a:t>
                      </a:r>
                    </a:p>
                  </a:txBody>
                  <a:tcPr/>
                </a:tc>
                <a:extLst>
                  <a:ext uri="{0D108BD9-81ED-4DB2-BD59-A6C34878D82A}">
                    <a16:rowId xmlns:a16="http://schemas.microsoft.com/office/drawing/2014/main" val="2216672443"/>
                  </a:ext>
                </a:extLst>
              </a:tr>
              <a:tr h="236200">
                <a:tc>
                  <a:txBody>
                    <a:bodyPr/>
                    <a:lstStyle/>
                    <a:p>
                      <a:r>
                        <a:rPr lang="en-US" sz="1200" dirty="0"/>
                        <a:t>gender </a:t>
                      </a:r>
                    </a:p>
                  </a:txBody>
                  <a:tcPr/>
                </a:tc>
                <a:tc>
                  <a:txBody>
                    <a:bodyPr/>
                    <a:lstStyle/>
                    <a:p>
                      <a:r>
                        <a:rPr lang="en-US" sz="1200" dirty="0"/>
                        <a:t>X</a:t>
                      </a:r>
                    </a:p>
                  </a:txBody>
                  <a:tcPr/>
                </a:tc>
                <a:extLst>
                  <a:ext uri="{0D108BD9-81ED-4DB2-BD59-A6C34878D82A}">
                    <a16:rowId xmlns:a16="http://schemas.microsoft.com/office/drawing/2014/main" val="385169170"/>
                  </a:ext>
                </a:extLst>
              </a:tr>
              <a:tr h="236200">
                <a:tc>
                  <a:txBody>
                    <a:bodyPr/>
                    <a:lstStyle/>
                    <a:p>
                      <a:r>
                        <a:rPr lang="en-US" sz="1200" dirty="0"/>
                        <a:t>age, gender</a:t>
                      </a:r>
                    </a:p>
                  </a:txBody>
                  <a:tcPr/>
                </a:tc>
                <a:tc>
                  <a:txBody>
                    <a:bodyPr/>
                    <a:lstStyle/>
                    <a:p>
                      <a:r>
                        <a:rPr lang="en-US" sz="1200" dirty="0"/>
                        <a:t>X</a:t>
                      </a:r>
                    </a:p>
                  </a:txBody>
                  <a:tcPr/>
                </a:tc>
                <a:extLst>
                  <a:ext uri="{0D108BD9-81ED-4DB2-BD59-A6C34878D82A}">
                    <a16:rowId xmlns:a16="http://schemas.microsoft.com/office/drawing/2014/main" val="1589924079"/>
                  </a:ext>
                </a:extLst>
              </a:tr>
              <a:tr h="236200">
                <a:tc>
                  <a:txBody>
                    <a:bodyPr/>
                    <a:lstStyle/>
                    <a:p>
                      <a:r>
                        <a:rPr lang="en-US" sz="1200" dirty="0"/>
                        <a:t>name, gender</a:t>
                      </a:r>
                    </a:p>
                  </a:txBody>
                  <a:tcPr/>
                </a:tc>
                <a:tc>
                  <a:txBody>
                    <a:bodyPr/>
                    <a:lstStyle/>
                    <a:p>
                      <a:r>
                        <a:rPr lang="en-US" sz="1200" dirty="0"/>
                        <a:t>Partial V</a:t>
                      </a:r>
                    </a:p>
                  </a:txBody>
                  <a:tcPr/>
                </a:tc>
                <a:extLst>
                  <a:ext uri="{0D108BD9-81ED-4DB2-BD59-A6C34878D82A}">
                    <a16:rowId xmlns:a16="http://schemas.microsoft.com/office/drawing/2014/main" val="1924627"/>
                  </a:ext>
                </a:extLst>
              </a:tr>
            </a:tbl>
          </a:graphicData>
        </a:graphic>
      </p:graphicFrame>
      <p:pic>
        <p:nvPicPr>
          <p:cNvPr id="9" name="Picture 8">
            <a:extLst>
              <a:ext uri="{FF2B5EF4-FFF2-40B4-BE49-F238E27FC236}">
                <a16:creationId xmlns:a16="http://schemas.microsoft.com/office/drawing/2014/main" id="{647DA21C-6A2D-425B-B709-6A78AE28D9D3}"/>
              </a:ext>
            </a:extLst>
          </p:cNvPr>
          <p:cNvPicPr>
            <a:picLocks noChangeAspect="1"/>
          </p:cNvPicPr>
          <p:nvPr/>
        </p:nvPicPr>
        <p:blipFill>
          <a:blip r:embed="rId3"/>
          <a:stretch>
            <a:fillRect/>
          </a:stretch>
        </p:blipFill>
        <p:spPr>
          <a:xfrm>
            <a:off x="8665570" y="4083492"/>
            <a:ext cx="2628900" cy="2162175"/>
          </a:xfrm>
          <a:prstGeom prst="rect">
            <a:avLst/>
          </a:prstGeom>
        </p:spPr>
      </p:pic>
    </p:spTree>
    <p:extLst>
      <p:ext uri="{BB962C8B-B14F-4D97-AF65-F5344CB8AC3E}">
        <p14:creationId xmlns:p14="http://schemas.microsoft.com/office/powerpoint/2010/main" val="4218539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A4B0-1589-48A0-8109-20F9E63F54D2}"/>
              </a:ext>
            </a:extLst>
          </p:cNvPr>
          <p:cNvSpPr>
            <a:spLocks noGrp="1"/>
          </p:cNvSpPr>
          <p:nvPr>
            <p:ph type="title"/>
          </p:nvPr>
        </p:nvSpPr>
        <p:spPr/>
        <p:txBody>
          <a:bodyPr/>
          <a:lstStyle/>
          <a:p>
            <a:r>
              <a:rPr lang="en-US" dirty="0"/>
              <a:t>MongoDB Index Properties</a:t>
            </a:r>
          </a:p>
        </p:txBody>
      </p:sp>
      <p:sp>
        <p:nvSpPr>
          <p:cNvPr id="3" name="Text Placeholder 2">
            <a:extLst>
              <a:ext uri="{FF2B5EF4-FFF2-40B4-BE49-F238E27FC236}">
                <a16:creationId xmlns:a16="http://schemas.microsoft.com/office/drawing/2014/main" id="{2E9440F0-E999-49CA-986D-8102711BA451}"/>
              </a:ext>
            </a:extLst>
          </p:cNvPr>
          <p:cNvSpPr>
            <a:spLocks noGrp="1"/>
          </p:cNvSpPr>
          <p:nvPr>
            <p:ph idx="1"/>
          </p:nvPr>
        </p:nvSpPr>
        <p:spPr/>
        <p:txBody>
          <a:bodyPr>
            <a:normAutofit lnSpcReduction="10000"/>
          </a:bodyPr>
          <a:lstStyle/>
          <a:p>
            <a:r>
              <a:rPr lang="en-US" dirty="0"/>
              <a:t> </a:t>
            </a:r>
            <a:r>
              <a:rPr lang="en-US" b="1" dirty="0"/>
              <a:t>TTL indexes </a:t>
            </a:r>
            <a:r>
              <a:rPr lang="en-US" dirty="0"/>
              <a:t>– MongoDB automatically remove docs from the collection after a certain amount of time or at specific clock time</a:t>
            </a:r>
          </a:p>
          <a:p>
            <a:r>
              <a:rPr lang="en-US" dirty="0"/>
              <a:t> A doc will expire when the number of seconds in the </a:t>
            </a:r>
            <a:r>
              <a:rPr lang="en-US" i="1" dirty="0"/>
              <a:t>expireAfterSeconds</a:t>
            </a:r>
            <a:r>
              <a:rPr lang="en-US" dirty="0"/>
              <a:t> field has passed since the time specified in its indexed field</a:t>
            </a:r>
          </a:p>
          <a:p>
            <a:r>
              <a:rPr lang="en-US" dirty="0"/>
              <a:t> Works only on the </a:t>
            </a:r>
            <a:r>
              <a:rPr lang="en-US" b="1" dirty="0"/>
              <a:t>date</a:t>
            </a:r>
            <a:r>
              <a:rPr lang="en-US" dirty="0"/>
              <a:t> datatype</a:t>
            </a:r>
          </a:p>
          <a:p>
            <a:r>
              <a:rPr lang="en-US" dirty="0"/>
              <a:t> For example:</a:t>
            </a:r>
          </a:p>
          <a:p>
            <a:pPr marL="177800" indent="0">
              <a:buNone/>
            </a:pPr>
            <a:r>
              <a:rPr lang="en-US" dirty="0">
                <a:highlight>
                  <a:srgbClr val="C0C0C0"/>
                </a:highlight>
              </a:rPr>
              <a:t>db.app_log.createIndex( { “created": 1 }, { expireAfterSeconds: 3600 } )</a:t>
            </a:r>
          </a:p>
          <a:p>
            <a:pPr marL="177800" indent="0">
              <a:buNone/>
            </a:pPr>
            <a:r>
              <a:rPr lang="en-US" dirty="0"/>
              <a:t>Inserted Doc: {created: new Date(), message: “Succeeded”}</a:t>
            </a:r>
          </a:p>
          <a:p>
            <a:pPr marL="177800" indent="0">
              <a:buNone/>
            </a:pPr>
            <a:endParaRPr lang="en-US" dirty="0">
              <a:highlight>
                <a:srgbClr val="C0C0C0"/>
              </a:highlight>
            </a:endParaRPr>
          </a:p>
          <a:p>
            <a:endParaRPr lang="en-US" dirty="0">
              <a:highlight>
                <a:srgbClr val="C0C0C0"/>
              </a:highlight>
            </a:endParaRPr>
          </a:p>
        </p:txBody>
      </p:sp>
    </p:spTree>
    <p:extLst>
      <p:ext uri="{BB962C8B-B14F-4D97-AF65-F5344CB8AC3E}">
        <p14:creationId xmlns:p14="http://schemas.microsoft.com/office/powerpoint/2010/main" val="241735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BD93-2611-4466-8C18-2C517FD4D6CD}"/>
              </a:ext>
            </a:extLst>
          </p:cNvPr>
          <p:cNvSpPr>
            <a:spLocks noGrp="1"/>
          </p:cNvSpPr>
          <p:nvPr>
            <p:ph type="title"/>
          </p:nvPr>
        </p:nvSpPr>
        <p:spPr/>
        <p:txBody>
          <a:bodyPr/>
          <a:lstStyle/>
          <a:p>
            <a:r>
              <a:rPr lang="en-US" dirty="0"/>
              <a:t>MongoDB Index Properties</a:t>
            </a:r>
          </a:p>
        </p:txBody>
      </p:sp>
      <p:sp>
        <p:nvSpPr>
          <p:cNvPr id="3" name="Text Placeholder 2">
            <a:extLst>
              <a:ext uri="{FF2B5EF4-FFF2-40B4-BE49-F238E27FC236}">
                <a16:creationId xmlns:a16="http://schemas.microsoft.com/office/drawing/2014/main" id="{6BDAA480-A0C4-4223-88EB-2B7C937F5801}"/>
              </a:ext>
            </a:extLst>
          </p:cNvPr>
          <p:cNvSpPr>
            <a:spLocks noGrp="1"/>
          </p:cNvSpPr>
          <p:nvPr>
            <p:ph idx="1"/>
          </p:nvPr>
        </p:nvSpPr>
        <p:spPr/>
        <p:txBody>
          <a:bodyPr/>
          <a:lstStyle/>
          <a:p>
            <a:r>
              <a:rPr lang="en-US" b="1" dirty="0"/>
              <a:t>Unique index – </a:t>
            </a:r>
            <a:r>
              <a:rPr lang="en-US" dirty="0"/>
              <a:t>ensures that the indexed fields do not store duplicate values (pass </a:t>
            </a:r>
            <a:r>
              <a:rPr lang="en-US" i="1" dirty="0"/>
              <a:t>{ unique: true })</a:t>
            </a:r>
          </a:p>
          <a:p>
            <a:endParaRPr lang="en-US" i="1" dirty="0"/>
          </a:p>
          <a:p>
            <a:r>
              <a:rPr lang="en-US" b="1" dirty="0"/>
              <a:t>Partial index – </a:t>
            </a:r>
            <a:r>
              <a:rPr lang="en-US" dirty="0"/>
              <a:t>index only the docs that meet a specified filter expression.</a:t>
            </a:r>
          </a:p>
          <a:p>
            <a:pPr lvl="1">
              <a:buFont typeface="Arial" panose="020B0604020202020204" pitchFamily="34" charset="0"/>
              <a:buChar char="•"/>
            </a:pPr>
            <a:r>
              <a:rPr lang="en-US" dirty="0"/>
              <a:t> Lower storage requirements</a:t>
            </a:r>
          </a:p>
          <a:p>
            <a:pPr lvl="1">
              <a:buFont typeface="Arial" panose="020B0604020202020204" pitchFamily="34" charset="0"/>
              <a:buChar char="•"/>
            </a:pPr>
            <a:r>
              <a:rPr lang="en-US" dirty="0"/>
              <a:t> Reduced performance costs for maintenance and index creation</a:t>
            </a:r>
          </a:p>
        </p:txBody>
      </p:sp>
    </p:spTree>
    <p:extLst>
      <p:ext uri="{BB962C8B-B14F-4D97-AF65-F5344CB8AC3E}">
        <p14:creationId xmlns:p14="http://schemas.microsoft.com/office/powerpoint/2010/main" val="4682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B921D-E937-4D0A-BCB9-9A84757DFAC3}"/>
              </a:ext>
            </a:extLst>
          </p:cNvPr>
          <p:cNvSpPr>
            <a:spLocks noGrp="1"/>
          </p:cNvSpPr>
          <p:nvPr>
            <p:ph type="title"/>
          </p:nvPr>
        </p:nvSpPr>
        <p:spPr/>
        <p:txBody>
          <a:bodyPr/>
          <a:lstStyle/>
          <a:p>
            <a:r>
              <a:rPr lang="en-US" dirty="0"/>
              <a:t>MongoDB Index Properties</a:t>
            </a:r>
          </a:p>
        </p:txBody>
      </p:sp>
      <p:sp>
        <p:nvSpPr>
          <p:cNvPr id="3" name="Text Placeholder 2">
            <a:extLst>
              <a:ext uri="{FF2B5EF4-FFF2-40B4-BE49-F238E27FC236}">
                <a16:creationId xmlns:a16="http://schemas.microsoft.com/office/drawing/2014/main" id="{1E7C6476-BF9E-4736-91C2-98ECD52F5507}"/>
              </a:ext>
            </a:extLst>
          </p:cNvPr>
          <p:cNvSpPr>
            <a:spLocks noGrp="1"/>
          </p:cNvSpPr>
          <p:nvPr>
            <p:ph type="body" idx="1"/>
          </p:nvPr>
        </p:nvSpPr>
        <p:spPr/>
        <p:txBody>
          <a:bodyPr/>
          <a:lstStyle/>
          <a:p>
            <a:r>
              <a:rPr lang="en-US" b="1" dirty="0"/>
              <a:t> partial index example: </a:t>
            </a:r>
          </a:p>
          <a:p>
            <a:endParaRPr lang="en-US" dirty="0"/>
          </a:p>
          <a:p>
            <a:endParaRPr lang="en-US" dirty="0"/>
          </a:p>
          <a:p>
            <a:r>
              <a:rPr lang="en-US" dirty="0"/>
              <a:t> Some notes:</a:t>
            </a:r>
          </a:p>
          <a:p>
            <a:pPr lvl="1"/>
            <a:r>
              <a:rPr lang="en-US" dirty="0"/>
              <a:t> Mongo will use the index only for queries that contain the filter expression, or a modified filter that specifies a subset of the original filter</a:t>
            </a:r>
          </a:p>
          <a:p>
            <a:pPr lvl="1"/>
            <a:r>
              <a:rPr lang="en-US" dirty="0"/>
              <a:t> For example, for a query on </a:t>
            </a:r>
            <a:r>
              <a:rPr lang="en-US" i="1" dirty="0"/>
              <a:t>borough </a:t>
            </a:r>
            <a:r>
              <a:rPr lang="en-US" dirty="0"/>
              <a:t>field, and rating </a:t>
            </a:r>
            <a:r>
              <a:rPr lang="en-US" b="1" dirty="0"/>
              <a:t>greater than 8</a:t>
            </a:r>
            <a:r>
              <a:rPr lang="en-US" dirty="0"/>
              <a:t>, it will use the index, while the same query with rating </a:t>
            </a:r>
            <a:r>
              <a:rPr lang="en-US" b="1" dirty="0"/>
              <a:t>lower than 5</a:t>
            </a:r>
            <a:r>
              <a:rPr lang="en-US" dirty="0"/>
              <a:t>, it won’t use the index</a:t>
            </a:r>
            <a:endParaRPr lang="en-US" b="1" i="1" dirty="0"/>
          </a:p>
        </p:txBody>
      </p:sp>
      <p:pic>
        <p:nvPicPr>
          <p:cNvPr id="4" name="Picture 3">
            <a:extLst>
              <a:ext uri="{FF2B5EF4-FFF2-40B4-BE49-F238E27FC236}">
                <a16:creationId xmlns:a16="http://schemas.microsoft.com/office/drawing/2014/main" id="{3EC7D70E-2EFC-45A1-86CD-1C3DD1598B68}"/>
              </a:ext>
            </a:extLst>
          </p:cNvPr>
          <p:cNvPicPr>
            <a:picLocks noChangeAspect="1"/>
          </p:cNvPicPr>
          <p:nvPr/>
        </p:nvPicPr>
        <p:blipFill>
          <a:blip r:embed="rId3"/>
          <a:stretch>
            <a:fillRect/>
          </a:stretch>
        </p:blipFill>
        <p:spPr>
          <a:xfrm>
            <a:off x="548065" y="2166937"/>
            <a:ext cx="11191875" cy="923925"/>
          </a:xfrm>
          <a:prstGeom prst="rect">
            <a:avLst/>
          </a:prstGeom>
        </p:spPr>
      </p:pic>
    </p:spTree>
    <p:extLst>
      <p:ext uri="{BB962C8B-B14F-4D97-AF65-F5344CB8AC3E}">
        <p14:creationId xmlns:p14="http://schemas.microsoft.com/office/powerpoint/2010/main" val="2334639508"/>
      </p:ext>
    </p:extLst>
  </p:cSld>
  <p:clrMapOvr>
    <a:masterClrMapping/>
  </p:clrMapOvr>
</p:sld>
</file>

<file path=ppt/theme/theme1.xml><?xml version="1.0" encoding="utf-8"?>
<a:theme xmlns:a="http://schemas.openxmlformats.org/drawingml/2006/main" name="Sela_Template_Ver_0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lassroom Template V8 7.1.14" id="{C390D62C-FD2A-4105-98BE-E88C1F565992}" vid="{BA10E712-5CE4-4A76-8C2D-233204200D7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12BCB557AA5D448C5593FF71F2A488" ma:contentTypeVersion="20" ma:contentTypeDescription="Create a new document." ma:contentTypeScope="" ma:versionID="94eeca7f2e9e6f517c55398d5e9f5eed">
  <xsd:schema xmlns:xsd="http://www.w3.org/2001/XMLSchema" xmlns:xs="http://www.w3.org/2001/XMLSchema" xmlns:p="http://schemas.microsoft.com/office/2006/metadata/properties" xmlns:ns2="49dc0417-29c6-4bb5-ae98-f937f0a30532" xmlns:ns3="d58f348b-938b-40b8-8bae-5456f1a0ae9d" targetNamespace="http://schemas.microsoft.com/office/2006/metadata/properties" ma:root="true" ma:fieldsID="ce4dda86146abacb2ee65238c8c34327" ns2:_="" ns3:_="">
    <xsd:import namespace="49dc0417-29c6-4bb5-ae98-f937f0a30532"/>
    <xsd:import namespace="d58f348b-938b-40b8-8bae-5456f1a0ae9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LengthInSecond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AAA" minOccurs="0"/>
                <xsd:element ref="ns2:lcf76f155ced4ddcb4097134ff3c332f" minOccurs="0"/>
                <xsd:element ref="ns3:TaxCatchAll" minOccurs="0"/>
                <xsd:element ref="ns2:Hyperlink"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dc0417-29c6-4bb5-ae98-f937f0a305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LengthInSeconds" ma:index="12" nillable="true" ma:displayName="Length (seconds)" ma:internalName="MediaLengthInSeconds" ma:readOnly="true">
      <xsd:simpleType>
        <xsd:restriction base="dms:Unknow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AAA" ma:index="21" nillable="true" ma:displayName="AAA" ma:format="DateOnly" ma:internalName="AAA">
      <xsd:simpleType>
        <xsd:restriction base="dms:DateTim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3256489-8307-4614-a501-374122474839" ma:termSetId="09814cd3-568e-fe90-9814-8d621ff8fb84" ma:anchorId="fba54fb3-c3e1-fe81-a776-ca4b69148c4d" ma:open="true" ma:isKeyword="false">
      <xsd:complexType>
        <xsd:sequence>
          <xsd:element ref="pc:Terms" minOccurs="0" maxOccurs="1"/>
        </xsd:sequence>
      </xsd:complexType>
    </xsd:element>
    <xsd:element name="Hyperlink" ma:index="25" nillable="true" ma:displayName="Hyperlink" ma:format="Hyperlink" ma:internalName="Hyper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8f348b-938b-40b8-8bae-5456f1a0ae9d"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3792e702-67e0-4df4-9ad4-8876b702b22c}" ma:internalName="TaxCatchAll" ma:showField="CatchAllData" ma:web="d58f348b-938b-40b8-8bae-5456f1a0ae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AA xmlns="49dc0417-29c6-4bb5-ae98-f937f0a30532" xsi:nil="true"/>
    <TaxCatchAll xmlns="d58f348b-938b-40b8-8bae-5456f1a0ae9d" xsi:nil="true"/>
    <Hyperlink xmlns="49dc0417-29c6-4bb5-ae98-f937f0a30532">
      <Url xsi:nil="true"/>
      <Description xsi:nil="true"/>
    </Hyperlink>
    <lcf76f155ced4ddcb4097134ff3c332f xmlns="49dc0417-29c6-4bb5-ae98-f937f0a3053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63A1C90-8342-4128-AE6A-D79316881FCC}"/>
</file>

<file path=customXml/itemProps2.xml><?xml version="1.0" encoding="utf-8"?>
<ds:datastoreItem xmlns:ds="http://schemas.openxmlformats.org/officeDocument/2006/customXml" ds:itemID="{F594E7D7-6390-43F8-89AD-763043F5D101}"/>
</file>

<file path=customXml/itemProps3.xml><?xml version="1.0" encoding="utf-8"?>
<ds:datastoreItem xmlns:ds="http://schemas.openxmlformats.org/officeDocument/2006/customXml" ds:itemID="{B8A00C10-20CF-4855-9084-691106A5D664}"/>
</file>

<file path=docProps/app.xml><?xml version="1.0" encoding="utf-8"?>
<Properties xmlns="http://schemas.openxmlformats.org/officeDocument/2006/extended-properties" xmlns:vt="http://schemas.openxmlformats.org/officeDocument/2006/docPropsVTypes">
  <Template>Classroom Template V8 7.1.14</Template>
  <TotalTime>34601</TotalTime>
  <Words>1273</Words>
  <Application>Microsoft Office PowerPoint</Application>
  <PresentationFormat>Widescreen</PresentationFormat>
  <Paragraphs>128</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Segoe UI</vt:lpstr>
      <vt:lpstr>Courier New</vt:lpstr>
      <vt:lpstr>Quattrocento Sans</vt:lpstr>
      <vt:lpstr>Arial</vt:lpstr>
      <vt:lpstr>Calibri</vt:lpstr>
      <vt:lpstr>Segoe Light</vt:lpstr>
      <vt:lpstr>Consolas</vt:lpstr>
      <vt:lpstr>Segoe</vt:lpstr>
      <vt:lpstr>Sela_Template_Ver_01</vt:lpstr>
      <vt:lpstr>MongoDB for Developers   </vt:lpstr>
      <vt:lpstr>MongoDB Indexes</vt:lpstr>
      <vt:lpstr>MongoDB Indexes - Introduction</vt:lpstr>
      <vt:lpstr>MongoDB Manage Indexes</vt:lpstr>
      <vt:lpstr>MongoDB Index Types </vt:lpstr>
      <vt:lpstr>MongoDB Index Types  - Examples</vt:lpstr>
      <vt:lpstr>MongoDB Index Properties</vt:lpstr>
      <vt:lpstr>MongoDB Index Properties</vt:lpstr>
      <vt:lpstr>MongoDB Index Properties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Redis</dc:title>
  <cp:lastModifiedBy>Netanel</cp:lastModifiedBy>
  <cp:revision>219</cp:revision>
  <dcterms:modified xsi:type="dcterms:W3CDTF">2018-06-17T10:35:48Z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0x0101000612BCB557AA5D448C5593FF71F2A488</vt:lpwstr>
  </property>
</Properties>
</file>